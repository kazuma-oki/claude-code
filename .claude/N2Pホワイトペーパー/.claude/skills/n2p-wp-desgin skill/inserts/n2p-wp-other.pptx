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7"/>
  </p:notesMasterIdLst>
  <p:sldIdLst>
    <p:sldId id="283" r:id="rId2"/>
    <p:sldId id="284" r:id="rId3"/>
    <p:sldId id="285" r:id="rId4"/>
    <p:sldId id="286" r:id="rId5"/>
    <p:sldId id="287" r:id="rId6"/>
  </p:sldIdLst>
  <p:sldSz cx="9144000" cy="5143500" type="screen16x9"/>
  <p:notesSz cx="6858000" cy="9144000"/>
  <p:embeddedFontLst>
    <p:embeddedFont>
      <p:font typeface="Ubuntu" panose="020B0504030602030204" pitchFamily="3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00" d="100"/>
          <a:sy n="300" d="100"/>
        </p:scale>
        <p:origin x="-3840" y="-5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27b820044fe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27b820044fe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7b820044fe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7b820044fe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7b820044f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7b820044f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7b820044fe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27b820044fe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7b820044fe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27b820044fe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0"/>
        <p:cNvGrpSpPr/>
        <p:nvPr/>
      </p:nvGrpSpPr>
      <p:grpSpPr>
        <a:xfrm>
          <a:off x="0" y="0"/>
          <a:ext cx="0" cy="0"/>
          <a:chOff x="0" y="0"/>
          <a:chExt cx="0" cy="0"/>
        </a:xfrm>
      </p:grpSpPr>
      <p:sp>
        <p:nvSpPr>
          <p:cNvPr id="71" name="Google Shape;71;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72" name="Google Shape;72;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3" name="Google Shape;7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sz="800"/>
            </a:lvl1pPr>
            <a:lvl2pPr lvl="1" rtl="0">
              <a:buNone/>
              <a:defRPr sz="800"/>
            </a:lvl2pPr>
            <a:lvl3pPr lvl="2" rtl="0">
              <a:buNone/>
              <a:defRPr sz="800"/>
            </a:lvl3pPr>
            <a:lvl4pPr lvl="3" rtl="0">
              <a:buNone/>
              <a:defRPr sz="800"/>
            </a:lvl4pPr>
            <a:lvl5pPr lvl="4" rtl="0">
              <a:buNone/>
              <a:defRPr sz="800"/>
            </a:lvl5pPr>
            <a:lvl6pPr lvl="5" rtl="0">
              <a:buNone/>
              <a:defRPr sz="800"/>
            </a:lvl6pPr>
            <a:lvl7pPr lvl="6" rtl="0">
              <a:buNone/>
              <a:defRPr sz="800"/>
            </a:lvl7pPr>
            <a:lvl8pPr lvl="7" rtl="0">
              <a:buNone/>
              <a:defRPr sz="800"/>
            </a:lvl8pPr>
            <a:lvl9pPr lvl="8" rtl="0">
              <a:buNone/>
              <a:defRPr sz="800"/>
            </a:lvl9pPr>
          </a:lstStyle>
          <a:p>
            <a:pPr marL="0" lvl="0" indent="0" algn="r" rtl="0">
              <a:spcBef>
                <a:spcPts val="0"/>
              </a:spcBef>
              <a:spcAft>
                <a:spcPts val="0"/>
              </a:spcAft>
              <a:buNone/>
            </a:pPr>
            <a:fld id="{00000000-1234-1234-1234-123412341234}" type="slidenum">
              <a:rPr lang="ja"/>
              <a:t>‹#›</a:t>
            </a:fld>
            <a:endParaRPr/>
          </a:p>
        </p:txBody>
      </p:sp>
      <p:sp>
        <p:nvSpPr>
          <p:cNvPr id="74" name="Google Shape;74;p19"/>
          <p:cNvSpPr txBox="1"/>
          <p:nvPr/>
        </p:nvSpPr>
        <p:spPr>
          <a:xfrm>
            <a:off x="2246550" y="4852775"/>
            <a:ext cx="46509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600">
                <a:solidFill>
                  <a:srgbClr val="24315C"/>
                </a:solidFill>
              </a:rPr>
              <a:t>©NONAME Produce Inc. All Rights Reserved</a:t>
            </a:r>
            <a:endParaRPr sz="300">
              <a:solidFill>
                <a:srgbClr val="24315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5"/>
        <p:cNvGrpSpPr/>
        <p:nvPr/>
      </p:nvGrpSpPr>
      <p:grpSpPr>
        <a:xfrm>
          <a:off x="0" y="0"/>
          <a:ext cx="0" cy="0"/>
          <a:chOff x="0" y="0"/>
          <a:chExt cx="0" cy="0"/>
        </a:xfrm>
      </p:grpSpPr>
      <p:sp>
        <p:nvSpPr>
          <p:cNvPr id="76" name="Google Shape;76;p20"/>
          <p:cNvSpPr/>
          <p:nvPr/>
        </p:nvSpPr>
        <p:spPr>
          <a:xfrm>
            <a:off x="282600" y="290675"/>
            <a:ext cx="8578800" cy="4562100"/>
          </a:xfrm>
          <a:prstGeom prst="roundRect">
            <a:avLst>
              <a:gd name="adj" fmla="val 4639"/>
            </a:avLst>
          </a:prstGeom>
          <a:solidFill>
            <a:srgbClr val="36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 name="Google Shape;77;p20"/>
          <p:cNvPicPr preferRelativeResize="0"/>
          <p:nvPr/>
        </p:nvPicPr>
        <p:blipFill>
          <a:blip r:embed="rId2">
            <a:alphaModFix/>
          </a:blip>
          <a:stretch>
            <a:fillRect/>
          </a:stretch>
        </p:blipFill>
        <p:spPr>
          <a:xfrm>
            <a:off x="4086798" y="626325"/>
            <a:ext cx="6161125" cy="6153151"/>
          </a:xfrm>
          <a:prstGeom prst="rect">
            <a:avLst/>
          </a:prstGeom>
          <a:noFill/>
          <a:ln>
            <a:noFill/>
          </a:ln>
        </p:spPr>
      </p:pic>
      <p:sp>
        <p:nvSpPr>
          <p:cNvPr id="78" name="Google Shape;78;p20"/>
          <p:cNvSpPr txBox="1">
            <a:spLocks noGrp="1"/>
          </p:cNvSpPr>
          <p:nvPr>
            <p:ph type="title"/>
          </p:nvPr>
        </p:nvSpPr>
        <p:spPr>
          <a:xfrm>
            <a:off x="1032600" y="1998450"/>
            <a:ext cx="6774000" cy="841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b="1">
                <a:solidFill>
                  <a:schemeClr val="lt1"/>
                </a:solidFill>
              </a:defRPr>
            </a:lvl1pPr>
            <a:lvl2pPr lvl="1" rtl="0">
              <a:spcBef>
                <a:spcPts val="0"/>
              </a:spcBef>
              <a:spcAft>
                <a:spcPts val="0"/>
              </a:spcAft>
              <a:buClr>
                <a:schemeClr val="lt1"/>
              </a:buClr>
              <a:buSzPts val="3600"/>
              <a:buNone/>
              <a:defRPr sz="3600" b="1">
                <a:solidFill>
                  <a:schemeClr val="lt1"/>
                </a:solidFill>
              </a:defRPr>
            </a:lvl2pPr>
            <a:lvl3pPr lvl="2" rtl="0">
              <a:spcBef>
                <a:spcPts val="0"/>
              </a:spcBef>
              <a:spcAft>
                <a:spcPts val="0"/>
              </a:spcAft>
              <a:buClr>
                <a:schemeClr val="lt1"/>
              </a:buClr>
              <a:buSzPts val="3600"/>
              <a:buNone/>
              <a:defRPr sz="3600" b="1">
                <a:solidFill>
                  <a:schemeClr val="lt1"/>
                </a:solidFill>
              </a:defRPr>
            </a:lvl3pPr>
            <a:lvl4pPr lvl="3" rtl="0">
              <a:spcBef>
                <a:spcPts val="0"/>
              </a:spcBef>
              <a:spcAft>
                <a:spcPts val="0"/>
              </a:spcAft>
              <a:buClr>
                <a:schemeClr val="lt1"/>
              </a:buClr>
              <a:buSzPts val="3600"/>
              <a:buNone/>
              <a:defRPr sz="3600" b="1">
                <a:solidFill>
                  <a:schemeClr val="lt1"/>
                </a:solidFill>
              </a:defRPr>
            </a:lvl4pPr>
            <a:lvl5pPr lvl="4" rtl="0">
              <a:spcBef>
                <a:spcPts val="0"/>
              </a:spcBef>
              <a:spcAft>
                <a:spcPts val="0"/>
              </a:spcAft>
              <a:buClr>
                <a:schemeClr val="lt1"/>
              </a:buClr>
              <a:buSzPts val="3600"/>
              <a:buNone/>
              <a:defRPr sz="3600" b="1">
                <a:solidFill>
                  <a:schemeClr val="lt1"/>
                </a:solidFill>
              </a:defRPr>
            </a:lvl5pPr>
            <a:lvl6pPr lvl="5" rtl="0">
              <a:spcBef>
                <a:spcPts val="0"/>
              </a:spcBef>
              <a:spcAft>
                <a:spcPts val="0"/>
              </a:spcAft>
              <a:buClr>
                <a:schemeClr val="lt1"/>
              </a:buClr>
              <a:buSzPts val="3600"/>
              <a:buNone/>
              <a:defRPr sz="3600" b="1">
                <a:solidFill>
                  <a:schemeClr val="lt1"/>
                </a:solidFill>
              </a:defRPr>
            </a:lvl6pPr>
            <a:lvl7pPr lvl="6" rtl="0">
              <a:spcBef>
                <a:spcPts val="0"/>
              </a:spcBef>
              <a:spcAft>
                <a:spcPts val="0"/>
              </a:spcAft>
              <a:buClr>
                <a:schemeClr val="lt1"/>
              </a:buClr>
              <a:buSzPts val="3600"/>
              <a:buNone/>
              <a:defRPr sz="3600" b="1">
                <a:solidFill>
                  <a:schemeClr val="lt1"/>
                </a:solidFill>
              </a:defRPr>
            </a:lvl7pPr>
            <a:lvl8pPr lvl="7" rtl="0">
              <a:spcBef>
                <a:spcPts val="0"/>
              </a:spcBef>
              <a:spcAft>
                <a:spcPts val="0"/>
              </a:spcAft>
              <a:buClr>
                <a:schemeClr val="lt1"/>
              </a:buClr>
              <a:buSzPts val="3600"/>
              <a:buNone/>
              <a:defRPr sz="3600" b="1">
                <a:solidFill>
                  <a:schemeClr val="lt1"/>
                </a:solidFill>
              </a:defRPr>
            </a:lvl8pPr>
            <a:lvl9pPr lvl="8" rtl="0">
              <a:spcBef>
                <a:spcPts val="0"/>
              </a:spcBef>
              <a:spcAft>
                <a:spcPts val="0"/>
              </a:spcAft>
              <a:buClr>
                <a:schemeClr val="lt1"/>
              </a:buClr>
              <a:buSzPts val="3600"/>
              <a:buNone/>
              <a:defRPr sz="3600" b="1">
                <a:solidFill>
                  <a:schemeClr val="lt1"/>
                </a:solidFill>
              </a:defRPr>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pic>
        <p:nvPicPr>
          <p:cNvPr id="80" name="Google Shape;80;p20"/>
          <p:cNvPicPr preferRelativeResize="0"/>
          <p:nvPr/>
        </p:nvPicPr>
        <p:blipFill>
          <a:blip r:embed="rId3">
            <a:alphaModFix/>
          </a:blip>
          <a:stretch>
            <a:fillRect/>
          </a:stretch>
        </p:blipFill>
        <p:spPr>
          <a:xfrm>
            <a:off x="8063625" y="-22188"/>
            <a:ext cx="1080374" cy="541175"/>
          </a:xfrm>
          <a:prstGeom prst="rect">
            <a:avLst/>
          </a:prstGeom>
          <a:noFill/>
          <a:ln>
            <a:noFill/>
          </a:ln>
        </p:spPr>
      </p:pic>
      <p:pic>
        <p:nvPicPr>
          <p:cNvPr id="81" name="Google Shape;81;p20"/>
          <p:cNvPicPr preferRelativeResize="0"/>
          <p:nvPr/>
        </p:nvPicPr>
        <p:blipFill>
          <a:blip r:embed="rId4">
            <a:alphaModFix/>
          </a:blip>
          <a:stretch>
            <a:fillRect/>
          </a:stretch>
        </p:blipFill>
        <p:spPr>
          <a:xfrm>
            <a:off x="8340022" y="90966"/>
            <a:ext cx="634475" cy="277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2"/>
        <p:cNvGrpSpPr/>
        <p:nvPr/>
      </p:nvGrpSpPr>
      <p:grpSpPr>
        <a:xfrm>
          <a:off x="0" y="0"/>
          <a:ext cx="0" cy="0"/>
          <a:chOff x="0" y="0"/>
          <a:chExt cx="0" cy="0"/>
        </a:xfrm>
      </p:grpSpPr>
      <p:sp>
        <p:nvSpPr>
          <p:cNvPr id="83" name="Google Shape;83;p21"/>
          <p:cNvSpPr/>
          <p:nvPr/>
        </p:nvSpPr>
        <p:spPr>
          <a:xfrm>
            <a:off x="-11953" y="-9050"/>
            <a:ext cx="9162000" cy="65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txBox="1">
            <a:spLocks noGrp="1"/>
          </p:cNvSpPr>
          <p:nvPr>
            <p:ph type="title"/>
          </p:nvPr>
        </p:nvSpPr>
        <p:spPr>
          <a:xfrm>
            <a:off x="294230" y="70750"/>
            <a:ext cx="85374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200"/>
              <a:buNone/>
              <a:defRPr sz="2200" b="1">
                <a:solidFill>
                  <a:schemeClr val="lt1"/>
                </a:solidFill>
              </a:defRPr>
            </a:lvl1pPr>
            <a:lvl2pPr lvl="1" algn="ctr" rtl="0">
              <a:spcBef>
                <a:spcPts val="0"/>
              </a:spcBef>
              <a:spcAft>
                <a:spcPts val="0"/>
              </a:spcAft>
              <a:buClr>
                <a:schemeClr val="lt1"/>
              </a:buClr>
              <a:buSzPts val="2200"/>
              <a:buNone/>
              <a:defRPr sz="2200" b="1">
                <a:solidFill>
                  <a:schemeClr val="lt1"/>
                </a:solidFill>
              </a:defRPr>
            </a:lvl2pPr>
            <a:lvl3pPr lvl="2" algn="ctr" rtl="0">
              <a:spcBef>
                <a:spcPts val="0"/>
              </a:spcBef>
              <a:spcAft>
                <a:spcPts val="0"/>
              </a:spcAft>
              <a:buClr>
                <a:schemeClr val="lt1"/>
              </a:buClr>
              <a:buSzPts val="2200"/>
              <a:buNone/>
              <a:defRPr sz="2200" b="1">
                <a:solidFill>
                  <a:schemeClr val="lt1"/>
                </a:solidFill>
              </a:defRPr>
            </a:lvl3pPr>
            <a:lvl4pPr lvl="3" algn="ctr" rtl="0">
              <a:spcBef>
                <a:spcPts val="0"/>
              </a:spcBef>
              <a:spcAft>
                <a:spcPts val="0"/>
              </a:spcAft>
              <a:buClr>
                <a:schemeClr val="lt1"/>
              </a:buClr>
              <a:buSzPts val="2200"/>
              <a:buNone/>
              <a:defRPr sz="2200" b="1">
                <a:solidFill>
                  <a:schemeClr val="lt1"/>
                </a:solidFill>
              </a:defRPr>
            </a:lvl4pPr>
            <a:lvl5pPr lvl="4" algn="ctr" rtl="0">
              <a:spcBef>
                <a:spcPts val="0"/>
              </a:spcBef>
              <a:spcAft>
                <a:spcPts val="0"/>
              </a:spcAft>
              <a:buClr>
                <a:schemeClr val="lt1"/>
              </a:buClr>
              <a:buSzPts val="2200"/>
              <a:buNone/>
              <a:defRPr sz="2200" b="1">
                <a:solidFill>
                  <a:schemeClr val="lt1"/>
                </a:solidFill>
              </a:defRPr>
            </a:lvl5pPr>
            <a:lvl6pPr lvl="5" algn="ctr" rtl="0">
              <a:spcBef>
                <a:spcPts val="0"/>
              </a:spcBef>
              <a:spcAft>
                <a:spcPts val="0"/>
              </a:spcAft>
              <a:buClr>
                <a:schemeClr val="lt1"/>
              </a:buClr>
              <a:buSzPts val="2200"/>
              <a:buNone/>
              <a:defRPr sz="2200" b="1">
                <a:solidFill>
                  <a:schemeClr val="lt1"/>
                </a:solidFill>
              </a:defRPr>
            </a:lvl6pPr>
            <a:lvl7pPr lvl="6" algn="ctr" rtl="0">
              <a:spcBef>
                <a:spcPts val="0"/>
              </a:spcBef>
              <a:spcAft>
                <a:spcPts val="0"/>
              </a:spcAft>
              <a:buClr>
                <a:schemeClr val="lt1"/>
              </a:buClr>
              <a:buSzPts val="2200"/>
              <a:buNone/>
              <a:defRPr sz="2200" b="1">
                <a:solidFill>
                  <a:schemeClr val="lt1"/>
                </a:solidFill>
              </a:defRPr>
            </a:lvl7pPr>
            <a:lvl8pPr lvl="7" algn="ctr" rtl="0">
              <a:spcBef>
                <a:spcPts val="0"/>
              </a:spcBef>
              <a:spcAft>
                <a:spcPts val="0"/>
              </a:spcAft>
              <a:buClr>
                <a:schemeClr val="lt1"/>
              </a:buClr>
              <a:buSzPts val="2200"/>
              <a:buNone/>
              <a:defRPr sz="2200" b="1">
                <a:solidFill>
                  <a:schemeClr val="lt1"/>
                </a:solidFill>
              </a:defRPr>
            </a:lvl8pPr>
            <a:lvl9pPr lvl="8" algn="ctr" rtl="0">
              <a:spcBef>
                <a:spcPts val="0"/>
              </a:spcBef>
              <a:spcAft>
                <a:spcPts val="0"/>
              </a:spcAft>
              <a:buClr>
                <a:schemeClr val="lt1"/>
              </a:buClr>
              <a:buSzPts val="2200"/>
              <a:buNone/>
              <a:defRPr sz="2200" b="1">
                <a:solidFill>
                  <a:schemeClr val="lt1"/>
                </a:solidFill>
              </a:defRPr>
            </a:lvl9pPr>
          </a:lstStyle>
          <a:p>
            <a:endParaRPr/>
          </a:p>
        </p:txBody>
      </p:sp>
      <p:sp>
        <p:nvSpPr>
          <p:cNvPr id="85" name="Google Shape;85;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rgbClr val="24315C"/>
              </a:buClr>
              <a:buSzPts val="1800"/>
              <a:buChar char="●"/>
              <a:defRPr>
                <a:solidFill>
                  <a:srgbClr val="24315C"/>
                </a:solidFill>
              </a:defRPr>
            </a:lvl1pPr>
            <a:lvl2pPr marL="914400" lvl="1" indent="-317500" rtl="0">
              <a:spcBef>
                <a:spcPts val="0"/>
              </a:spcBef>
              <a:spcAft>
                <a:spcPts val="0"/>
              </a:spcAft>
              <a:buClr>
                <a:srgbClr val="24315C"/>
              </a:buClr>
              <a:buSzPts val="1400"/>
              <a:buChar char="○"/>
              <a:defRPr>
                <a:solidFill>
                  <a:srgbClr val="24315C"/>
                </a:solidFill>
              </a:defRPr>
            </a:lvl2pPr>
            <a:lvl3pPr marL="1371600" lvl="2" indent="-317500" rtl="0">
              <a:spcBef>
                <a:spcPts val="0"/>
              </a:spcBef>
              <a:spcAft>
                <a:spcPts val="0"/>
              </a:spcAft>
              <a:buClr>
                <a:srgbClr val="24315C"/>
              </a:buClr>
              <a:buSzPts val="1400"/>
              <a:buChar char="■"/>
              <a:defRPr>
                <a:solidFill>
                  <a:srgbClr val="24315C"/>
                </a:solidFill>
              </a:defRPr>
            </a:lvl3pPr>
            <a:lvl4pPr marL="1828800" lvl="3" indent="-317500" rtl="0">
              <a:spcBef>
                <a:spcPts val="0"/>
              </a:spcBef>
              <a:spcAft>
                <a:spcPts val="0"/>
              </a:spcAft>
              <a:buClr>
                <a:srgbClr val="24315C"/>
              </a:buClr>
              <a:buSzPts val="1400"/>
              <a:buChar char="●"/>
              <a:defRPr>
                <a:solidFill>
                  <a:srgbClr val="24315C"/>
                </a:solidFill>
              </a:defRPr>
            </a:lvl4pPr>
            <a:lvl5pPr marL="2286000" lvl="4" indent="-317500" rtl="0">
              <a:spcBef>
                <a:spcPts val="0"/>
              </a:spcBef>
              <a:spcAft>
                <a:spcPts val="0"/>
              </a:spcAft>
              <a:buClr>
                <a:srgbClr val="24315C"/>
              </a:buClr>
              <a:buSzPts val="1400"/>
              <a:buChar char="○"/>
              <a:defRPr>
                <a:solidFill>
                  <a:srgbClr val="24315C"/>
                </a:solidFill>
              </a:defRPr>
            </a:lvl5pPr>
            <a:lvl6pPr marL="2743200" lvl="5" indent="-317500" rtl="0">
              <a:spcBef>
                <a:spcPts val="0"/>
              </a:spcBef>
              <a:spcAft>
                <a:spcPts val="0"/>
              </a:spcAft>
              <a:buClr>
                <a:srgbClr val="24315C"/>
              </a:buClr>
              <a:buSzPts val="1400"/>
              <a:buChar char="■"/>
              <a:defRPr>
                <a:solidFill>
                  <a:srgbClr val="24315C"/>
                </a:solidFill>
              </a:defRPr>
            </a:lvl6pPr>
            <a:lvl7pPr marL="3200400" lvl="6" indent="-317500" rtl="0">
              <a:spcBef>
                <a:spcPts val="0"/>
              </a:spcBef>
              <a:spcAft>
                <a:spcPts val="0"/>
              </a:spcAft>
              <a:buClr>
                <a:srgbClr val="24315C"/>
              </a:buClr>
              <a:buSzPts val="1400"/>
              <a:buChar char="●"/>
              <a:defRPr>
                <a:solidFill>
                  <a:srgbClr val="24315C"/>
                </a:solidFill>
              </a:defRPr>
            </a:lvl7pPr>
            <a:lvl8pPr marL="3657600" lvl="7" indent="-317500" rtl="0">
              <a:spcBef>
                <a:spcPts val="0"/>
              </a:spcBef>
              <a:spcAft>
                <a:spcPts val="0"/>
              </a:spcAft>
              <a:buClr>
                <a:srgbClr val="24315C"/>
              </a:buClr>
              <a:buSzPts val="1400"/>
              <a:buChar char="○"/>
              <a:defRPr>
                <a:solidFill>
                  <a:srgbClr val="24315C"/>
                </a:solidFill>
              </a:defRPr>
            </a:lvl8pPr>
            <a:lvl9pPr marL="4114800" lvl="8" indent="-317500" rtl="0">
              <a:spcBef>
                <a:spcPts val="0"/>
              </a:spcBef>
              <a:spcAft>
                <a:spcPts val="0"/>
              </a:spcAft>
              <a:buClr>
                <a:srgbClr val="24315C"/>
              </a:buClr>
              <a:buSzPts val="1400"/>
              <a:buChar char="■"/>
              <a:defRPr>
                <a:solidFill>
                  <a:srgbClr val="24315C"/>
                </a:solidFill>
              </a:defRPr>
            </a:lvl9pPr>
          </a:lstStyle>
          <a:p>
            <a:endParaRPr/>
          </a:p>
        </p:txBody>
      </p:sp>
      <p:pic>
        <p:nvPicPr>
          <p:cNvPr id="86" name="Google Shape;86;p21"/>
          <p:cNvPicPr preferRelativeResize="0"/>
          <p:nvPr/>
        </p:nvPicPr>
        <p:blipFill>
          <a:blip r:embed="rId2">
            <a:alphaModFix/>
          </a:blip>
          <a:stretch>
            <a:fillRect/>
          </a:stretch>
        </p:blipFill>
        <p:spPr>
          <a:xfrm>
            <a:off x="8325312" y="179990"/>
            <a:ext cx="620675" cy="2036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7"/>
        <p:cNvGrpSpPr/>
        <p:nvPr/>
      </p:nvGrpSpPr>
      <p:grpSpPr>
        <a:xfrm>
          <a:off x="0" y="0"/>
          <a:ext cx="0" cy="0"/>
          <a:chOff x="0" y="0"/>
          <a:chExt cx="0" cy="0"/>
        </a:xfrm>
      </p:grpSpPr>
      <p:pic>
        <p:nvPicPr>
          <p:cNvPr id="88" name="Google Shape;88;p22"/>
          <p:cNvPicPr preferRelativeResize="0"/>
          <p:nvPr/>
        </p:nvPicPr>
        <p:blipFill rotWithShape="1">
          <a:blip r:embed="rId2">
            <a:alphaModFix/>
          </a:blip>
          <a:srcRect l="7824" t="19737" r="6383" b="1473"/>
          <a:stretch/>
        </p:blipFill>
        <p:spPr>
          <a:xfrm>
            <a:off x="-36250" y="0"/>
            <a:ext cx="9198300" cy="5143501"/>
          </a:xfrm>
          <a:prstGeom prst="rect">
            <a:avLst/>
          </a:prstGeom>
          <a:noFill/>
          <a:ln>
            <a:noFill/>
          </a:ln>
        </p:spPr>
      </p:pic>
      <p:sp>
        <p:nvSpPr>
          <p:cNvPr id="89" name="Google Shape;89;p22"/>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200"/>
              <a:buNone/>
              <a:defRPr sz="2200" b="1">
                <a:solidFill>
                  <a:schemeClr val="lt1"/>
                </a:solidFill>
              </a:defRPr>
            </a:lvl1pPr>
            <a:lvl2pPr lvl="1" algn="ctr" rtl="0">
              <a:spcBef>
                <a:spcPts val="0"/>
              </a:spcBef>
              <a:spcAft>
                <a:spcPts val="0"/>
              </a:spcAft>
              <a:buClr>
                <a:schemeClr val="lt1"/>
              </a:buClr>
              <a:buSzPts val="2200"/>
              <a:buNone/>
              <a:defRPr sz="2200" b="1">
                <a:solidFill>
                  <a:schemeClr val="lt1"/>
                </a:solidFill>
              </a:defRPr>
            </a:lvl2pPr>
            <a:lvl3pPr lvl="2" algn="ctr" rtl="0">
              <a:spcBef>
                <a:spcPts val="0"/>
              </a:spcBef>
              <a:spcAft>
                <a:spcPts val="0"/>
              </a:spcAft>
              <a:buClr>
                <a:schemeClr val="lt1"/>
              </a:buClr>
              <a:buSzPts val="2200"/>
              <a:buNone/>
              <a:defRPr sz="2200" b="1">
                <a:solidFill>
                  <a:schemeClr val="lt1"/>
                </a:solidFill>
              </a:defRPr>
            </a:lvl3pPr>
            <a:lvl4pPr lvl="3" algn="ctr" rtl="0">
              <a:spcBef>
                <a:spcPts val="0"/>
              </a:spcBef>
              <a:spcAft>
                <a:spcPts val="0"/>
              </a:spcAft>
              <a:buClr>
                <a:schemeClr val="lt1"/>
              </a:buClr>
              <a:buSzPts val="2200"/>
              <a:buNone/>
              <a:defRPr sz="2200" b="1">
                <a:solidFill>
                  <a:schemeClr val="lt1"/>
                </a:solidFill>
              </a:defRPr>
            </a:lvl4pPr>
            <a:lvl5pPr lvl="4" algn="ctr" rtl="0">
              <a:spcBef>
                <a:spcPts val="0"/>
              </a:spcBef>
              <a:spcAft>
                <a:spcPts val="0"/>
              </a:spcAft>
              <a:buClr>
                <a:schemeClr val="lt1"/>
              </a:buClr>
              <a:buSzPts val="2200"/>
              <a:buNone/>
              <a:defRPr sz="2200" b="1">
                <a:solidFill>
                  <a:schemeClr val="lt1"/>
                </a:solidFill>
              </a:defRPr>
            </a:lvl5pPr>
            <a:lvl6pPr lvl="5" algn="ctr" rtl="0">
              <a:spcBef>
                <a:spcPts val="0"/>
              </a:spcBef>
              <a:spcAft>
                <a:spcPts val="0"/>
              </a:spcAft>
              <a:buClr>
                <a:schemeClr val="lt1"/>
              </a:buClr>
              <a:buSzPts val="2200"/>
              <a:buNone/>
              <a:defRPr sz="2200" b="1">
                <a:solidFill>
                  <a:schemeClr val="lt1"/>
                </a:solidFill>
              </a:defRPr>
            </a:lvl6pPr>
            <a:lvl7pPr lvl="6" algn="ctr" rtl="0">
              <a:spcBef>
                <a:spcPts val="0"/>
              </a:spcBef>
              <a:spcAft>
                <a:spcPts val="0"/>
              </a:spcAft>
              <a:buClr>
                <a:schemeClr val="lt1"/>
              </a:buClr>
              <a:buSzPts val="2200"/>
              <a:buNone/>
              <a:defRPr sz="2200" b="1">
                <a:solidFill>
                  <a:schemeClr val="lt1"/>
                </a:solidFill>
              </a:defRPr>
            </a:lvl7pPr>
            <a:lvl8pPr lvl="7" algn="ctr" rtl="0">
              <a:spcBef>
                <a:spcPts val="0"/>
              </a:spcBef>
              <a:spcAft>
                <a:spcPts val="0"/>
              </a:spcAft>
              <a:buClr>
                <a:schemeClr val="lt1"/>
              </a:buClr>
              <a:buSzPts val="2200"/>
              <a:buNone/>
              <a:defRPr sz="2200" b="1">
                <a:solidFill>
                  <a:schemeClr val="lt1"/>
                </a:solidFill>
              </a:defRPr>
            </a:lvl8pPr>
            <a:lvl9pPr lvl="8" algn="ctr" rtl="0">
              <a:spcBef>
                <a:spcPts val="0"/>
              </a:spcBef>
              <a:spcAft>
                <a:spcPts val="0"/>
              </a:spcAft>
              <a:buClr>
                <a:schemeClr val="lt1"/>
              </a:buClr>
              <a:buSzPts val="2200"/>
              <a:buNone/>
              <a:defRPr sz="2200" b="1">
                <a:solidFill>
                  <a:schemeClr val="lt1"/>
                </a:solidFill>
              </a:defRPr>
            </a:lvl9pPr>
          </a:lstStyle>
          <a:p>
            <a:endParaRPr/>
          </a:p>
        </p:txBody>
      </p:sp>
      <p:sp>
        <p:nvSpPr>
          <p:cNvPr id="90" name="Google Shape;90;p22"/>
          <p:cNvSpPr/>
          <p:nvPr/>
        </p:nvSpPr>
        <p:spPr>
          <a:xfrm>
            <a:off x="-9000" y="-9050"/>
            <a:ext cx="9162000" cy="65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2"/>
          <p:cNvSpPr/>
          <p:nvPr/>
        </p:nvSpPr>
        <p:spPr>
          <a:xfrm>
            <a:off x="5997900" y="1495525"/>
            <a:ext cx="801600" cy="333900"/>
          </a:xfrm>
          <a:prstGeom prst="rect">
            <a:avLst/>
          </a:prstGeom>
          <a:solidFill>
            <a:srgbClr val="E112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 name="Google Shape;92;p22"/>
          <p:cNvPicPr preferRelativeResize="0"/>
          <p:nvPr/>
        </p:nvPicPr>
        <p:blipFill>
          <a:blip r:embed="rId3">
            <a:alphaModFix/>
          </a:blip>
          <a:stretch>
            <a:fillRect/>
          </a:stretch>
        </p:blipFill>
        <p:spPr>
          <a:xfrm>
            <a:off x="8325312" y="179990"/>
            <a:ext cx="620675" cy="2036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23"/>
          <p:cNvSpPr/>
          <p:nvPr/>
        </p:nvSpPr>
        <p:spPr>
          <a:xfrm>
            <a:off x="4366725" y="653150"/>
            <a:ext cx="4777200" cy="4490400"/>
          </a:xfrm>
          <a:prstGeom prst="rect">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
        <p:nvSpPr>
          <p:cNvPr id="96" name="Google Shape;96;p23"/>
          <p:cNvSpPr/>
          <p:nvPr/>
        </p:nvSpPr>
        <p:spPr>
          <a:xfrm>
            <a:off x="-36250" y="-9050"/>
            <a:ext cx="9198300" cy="652500"/>
          </a:xfrm>
          <a:prstGeom prst="rect">
            <a:avLst/>
          </a:prstGeom>
          <a:solidFill>
            <a:srgbClr val="2431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23"/>
          <p:cNvPicPr preferRelativeResize="0"/>
          <p:nvPr/>
        </p:nvPicPr>
        <p:blipFill rotWithShape="1">
          <a:blip r:embed="rId2">
            <a:alphaModFix amt="50000"/>
          </a:blip>
          <a:srcRect l="-15300" t="42492" r="15300" b="44999"/>
          <a:stretch/>
        </p:blipFill>
        <p:spPr>
          <a:xfrm>
            <a:off x="4000500" y="0"/>
            <a:ext cx="5143501" cy="643451"/>
          </a:xfrm>
          <a:prstGeom prst="rect">
            <a:avLst/>
          </a:prstGeom>
          <a:noFill/>
          <a:ln>
            <a:noFill/>
          </a:ln>
        </p:spPr>
      </p:pic>
      <p:sp>
        <p:nvSpPr>
          <p:cNvPr id="98" name="Google Shape;98;p23"/>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200"/>
              <a:buNone/>
              <a:defRPr sz="2200" b="1">
                <a:solidFill>
                  <a:schemeClr val="lt1"/>
                </a:solidFill>
              </a:defRPr>
            </a:lvl1pPr>
            <a:lvl2pPr lvl="1" algn="ctr" rtl="0">
              <a:spcBef>
                <a:spcPts val="0"/>
              </a:spcBef>
              <a:spcAft>
                <a:spcPts val="0"/>
              </a:spcAft>
              <a:buClr>
                <a:schemeClr val="lt1"/>
              </a:buClr>
              <a:buSzPts val="2200"/>
              <a:buNone/>
              <a:defRPr sz="2200" b="1">
                <a:solidFill>
                  <a:schemeClr val="lt1"/>
                </a:solidFill>
              </a:defRPr>
            </a:lvl2pPr>
            <a:lvl3pPr lvl="2" algn="ctr" rtl="0">
              <a:spcBef>
                <a:spcPts val="0"/>
              </a:spcBef>
              <a:spcAft>
                <a:spcPts val="0"/>
              </a:spcAft>
              <a:buClr>
                <a:schemeClr val="lt1"/>
              </a:buClr>
              <a:buSzPts val="2200"/>
              <a:buNone/>
              <a:defRPr sz="2200" b="1">
                <a:solidFill>
                  <a:schemeClr val="lt1"/>
                </a:solidFill>
              </a:defRPr>
            </a:lvl3pPr>
            <a:lvl4pPr lvl="3" algn="ctr" rtl="0">
              <a:spcBef>
                <a:spcPts val="0"/>
              </a:spcBef>
              <a:spcAft>
                <a:spcPts val="0"/>
              </a:spcAft>
              <a:buClr>
                <a:schemeClr val="lt1"/>
              </a:buClr>
              <a:buSzPts val="2200"/>
              <a:buNone/>
              <a:defRPr sz="2200" b="1">
                <a:solidFill>
                  <a:schemeClr val="lt1"/>
                </a:solidFill>
              </a:defRPr>
            </a:lvl4pPr>
            <a:lvl5pPr lvl="4" algn="ctr" rtl="0">
              <a:spcBef>
                <a:spcPts val="0"/>
              </a:spcBef>
              <a:spcAft>
                <a:spcPts val="0"/>
              </a:spcAft>
              <a:buClr>
                <a:schemeClr val="lt1"/>
              </a:buClr>
              <a:buSzPts val="2200"/>
              <a:buNone/>
              <a:defRPr sz="2200" b="1">
                <a:solidFill>
                  <a:schemeClr val="lt1"/>
                </a:solidFill>
              </a:defRPr>
            </a:lvl5pPr>
            <a:lvl6pPr lvl="5" algn="ctr" rtl="0">
              <a:spcBef>
                <a:spcPts val="0"/>
              </a:spcBef>
              <a:spcAft>
                <a:spcPts val="0"/>
              </a:spcAft>
              <a:buClr>
                <a:schemeClr val="lt1"/>
              </a:buClr>
              <a:buSzPts val="2200"/>
              <a:buNone/>
              <a:defRPr sz="2200" b="1">
                <a:solidFill>
                  <a:schemeClr val="lt1"/>
                </a:solidFill>
              </a:defRPr>
            </a:lvl6pPr>
            <a:lvl7pPr lvl="6" algn="ctr" rtl="0">
              <a:spcBef>
                <a:spcPts val="0"/>
              </a:spcBef>
              <a:spcAft>
                <a:spcPts val="0"/>
              </a:spcAft>
              <a:buClr>
                <a:schemeClr val="lt1"/>
              </a:buClr>
              <a:buSzPts val="2200"/>
              <a:buNone/>
              <a:defRPr sz="2200" b="1">
                <a:solidFill>
                  <a:schemeClr val="lt1"/>
                </a:solidFill>
              </a:defRPr>
            </a:lvl7pPr>
            <a:lvl8pPr lvl="7" algn="ctr" rtl="0">
              <a:spcBef>
                <a:spcPts val="0"/>
              </a:spcBef>
              <a:spcAft>
                <a:spcPts val="0"/>
              </a:spcAft>
              <a:buClr>
                <a:schemeClr val="lt1"/>
              </a:buClr>
              <a:buSzPts val="2200"/>
              <a:buNone/>
              <a:defRPr sz="2200" b="1">
                <a:solidFill>
                  <a:schemeClr val="lt1"/>
                </a:solidFill>
              </a:defRPr>
            </a:lvl8pPr>
            <a:lvl9pPr lvl="8" algn="ctr" rtl="0">
              <a:spcBef>
                <a:spcPts val="0"/>
              </a:spcBef>
              <a:spcAft>
                <a:spcPts val="0"/>
              </a:spcAft>
              <a:buClr>
                <a:schemeClr val="lt1"/>
              </a:buClr>
              <a:buSzPts val="2200"/>
              <a:buNone/>
              <a:defRPr sz="2200" b="1">
                <a:solidFill>
                  <a:schemeClr val="lt1"/>
                </a:solidFill>
              </a:defRPr>
            </a:lvl9pPr>
          </a:lstStyle>
          <a:p>
            <a:endParaRPr/>
          </a:p>
        </p:txBody>
      </p:sp>
      <p:pic>
        <p:nvPicPr>
          <p:cNvPr id="99" name="Google Shape;99;p23"/>
          <p:cNvPicPr preferRelativeResize="0"/>
          <p:nvPr/>
        </p:nvPicPr>
        <p:blipFill>
          <a:blip r:embed="rId3">
            <a:alphaModFix/>
          </a:blip>
          <a:stretch>
            <a:fillRect/>
          </a:stretch>
        </p:blipFill>
        <p:spPr>
          <a:xfrm>
            <a:off x="8340022" y="90966"/>
            <a:ext cx="634475" cy="277550"/>
          </a:xfrm>
          <a:prstGeom prst="rect">
            <a:avLst/>
          </a:prstGeom>
          <a:noFill/>
          <a:ln>
            <a:noFill/>
          </a:ln>
        </p:spPr>
      </p:pic>
      <p:sp>
        <p:nvSpPr>
          <p:cNvPr id="100" name="Google Shape;100;p23"/>
          <p:cNvSpPr txBox="1"/>
          <p:nvPr/>
        </p:nvSpPr>
        <p:spPr>
          <a:xfrm>
            <a:off x="2246550" y="4852775"/>
            <a:ext cx="46509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600">
                <a:solidFill>
                  <a:srgbClr val="24315C"/>
                </a:solidFill>
              </a:rPr>
              <a:t>©NONAME Produce Inc. All Rights Reserved</a:t>
            </a:r>
            <a:endParaRPr sz="300">
              <a:solidFill>
                <a:srgbClr val="24315C"/>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1"/>
        <p:cNvGrpSpPr/>
        <p:nvPr/>
      </p:nvGrpSpPr>
      <p:grpSpPr>
        <a:xfrm>
          <a:off x="0" y="0"/>
          <a:ext cx="0" cy="0"/>
          <a:chOff x="0" y="0"/>
          <a:chExt cx="0" cy="0"/>
        </a:xfrm>
      </p:grpSpPr>
      <p:sp>
        <p:nvSpPr>
          <p:cNvPr id="102" name="Google Shape;102;p2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2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4" name="Google Shape;10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5"/>
        <p:cNvGrpSpPr/>
        <p:nvPr/>
      </p:nvGrpSpPr>
      <p:grpSpPr>
        <a:xfrm>
          <a:off x="0" y="0"/>
          <a:ext cx="0" cy="0"/>
          <a:chOff x="0" y="0"/>
          <a:chExt cx="0" cy="0"/>
        </a:xfrm>
      </p:grpSpPr>
      <p:sp>
        <p:nvSpPr>
          <p:cNvPr id="106" name="Google Shape;106;p2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07" name="Google Shape;10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2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2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3" name="Google Shape;113;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4"/>
        <p:cNvGrpSpPr/>
        <p:nvPr/>
      </p:nvGrpSpPr>
      <p:grpSpPr>
        <a:xfrm>
          <a:off x="0" y="0"/>
          <a:ext cx="0" cy="0"/>
          <a:chOff x="0" y="0"/>
          <a:chExt cx="0" cy="0"/>
        </a:xfrm>
      </p:grpSpPr>
      <p:sp>
        <p:nvSpPr>
          <p:cNvPr id="115" name="Google Shape;115;p2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16" name="Google Shape;116;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7"/>
        <p:cNvGrpSpPr/>
        <p:nvPr/>
      </p:nvGrpSpPr>
      <p:grpSpPr>
        <a:xfrm>
          <a:off x="0" y="0"/>
          <a:ext cx="0" cy="0"/>
          <a:chOff x="0" y="0"/>
          <a:chExt cx="0" cy="0"/>
        </a:xfrm>
      </p:grpSpPr>
      <p:sp>
        <p:nvSpPr>
          <p:cNvPr id="118" name="Google Shape;118;p2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9" name="Google Shape;119;p2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20" name="Google Shape;12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p29"/>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200"/>
              <a:buNone/>
              <a:defRPr sz="2200" b="1">
                <a:solidFill>
                  <a:schemeClr val="lt1"/>
                </a:solidFill>
              </a:defRPr>
            </a:lvl1pPr>
            <a:lvl2pPr lvl="1" algn="ctr" rtl="0">
              <a:spcBef>
                <a:spcPts val="0"/>
              </a:spcBef>
              <a:spcAft>
                <a:spcPts val="0"/>
              </a:spcAft>
              <a:buClr>
                <a:schemeClr val="lt1"/>
              </a:buClr>
              <a:buSzPts val="2200"/>
              <a:buNone/>
              <a:defRPr sz="2200" b="1">
                <a:solidFill>
                  <a:schemeClr val="lt1"/>
                </a:solidFill>
              </a:defRPr>
            </a:lvl2pPr>
            <a:lvl3pPr lvl="2" algn="ctr" rtl="0">
              <a:spcBef>
                <a:spcPts val="0"/>
              </a:spcBef>
              <a:spcAft>
                <a:spcPts val="0"/>
              </a:spcAft>
              <a:buClr>
                <a:schemeClr val="lt1"/>
              </a:buClr>
              <a:buSzPts val="2200"/>
              <a:buNone/>
              <a:defRPr sz="2200" b="1">
                <a:solidFill>
                  <a:schemeClr val="lt1"/>
                </a:solidFill>
              </a:defRPr>
            </a:lvl3pPr>
            <a:lvl4pPr lvl="3" algn="ctr" rtl="0">
              <a:spcBef>
                <a:spcPts val="0"/>
              </a:spcBef>
              <a:spcAft>
                <a:spcPts val="0"/>
              </a:spcAft>
              <a:buClr>
                <a:schemeClr val="lt1"/>
              </a:buClr>
              <a:buSzPts val="2200"/>
              <a:buNone/>
              <a:defRPr sz="2200" b="1">
                <a:solidFill>
                  <a:schemeClr val="lt1"/>
                </a:solidFill>
              </a:defRPr>
            </a:lvl4pPr>
            <a:lvl5pPr lvl="4" algn="ctr" rtl="0">
              <a:spcBef>
                <a:spcPts val="0"/>
              </a:spcBef>
              <a:spcAft>
                <a:spcPts val="0"/>
              </a:spcAft>
              <a:buClr>
                <a:schemeClr val="lt1"/>
              </a:buClr>
              <a:buSzPts val="2200"/>
              <a:buNone/>
              <a:defRPr sz="2200" b="1">
                <a:solidFill>
                  <a:schemeClr val="lt1"/>
                </a:solidFill>
              </a:defRPr>
            </a:lvl5pPr>
            <a:lvl6pPr lvl="5" algn="ctr" rtl="0">
              <a:spcBef>
                <a:spcPts val="0"/>
              </a:spcBef>
              <a:spcAft>
                <a:spcPts val="0"/>
              </a:spcAft>
              <a:buClr>
                <a:schemeClr val="lt1"/>
              </a:buClr>
              <a:buSzPts val="2200"/>
              <a:buNone/>
              <a:defRPr sz="2200" b="1">
                <a:solidFill>
                  <a:schemeClr val="lt1"/>
                </a:solidFill>
              </a:defRPr>
            </a:lvl6pPr>
            <a:lvl7pPr lvl="6" algn="ctr" rtl="0">
              <a:spcBef>
                <a:spcPts val="0"/>
              </a:spcBef>
              <a:spcAft>
                <a:spcPts val="0"/>
              </a:spcAft>
              <a:buClr>
                <a:schemeClr val="lt1"/>
              </a:buClr>
              <a:buSzPts val="2200"/>
              <a:buNone/>
              <a:defRPr sz="2200" b="1">
                <a:solidFill>
                  <a:schemeClr val="lt1"/>
                </a:solidFill>
              </a:defRPr>
            </a:lvl7pPr>
            <a:lvl8pPr lvl="7" algn="ctr" rtl="0">
              <a:spcBef>
                <a:spcPts val="0"/>
              </a:spcBef>
              <a:spcAft>
                <a:spcPts val="0"/>
              </a:spcAft>
              <a:buClr>
                <a:schemeClr val="lt1"/>
              </a:buClr>
              <a:buSzPts val="2200"/>
              <a:buNone/>
              <a:defRPr sz="2200" b="1">
                <a:solidFill>
                  <a:schemeClr val="lt1"/>
                </a:solidFill>
              </a:defRPr>
            </a:lvl8pPr>
            <a:lvl9pPr lvl="8" algn="ctr" rtl="0">
              <a:spcBef>
                <a:spcPts val="0"/>
              </a:spcBef>
              <a:spcAft>
                <a:spcPts val="0"/>
              </a:spcAft>
              <a:buClr>
                <a:schemeClr val="lt1"/>
              </a:buClr>
              <a:buSzPts val="2200"/>
              <a:buNone/>
              <a:defRPr sz="2200" b="1">
                <a:solidFill>
                  <a:schemeClr val="lt1"/>
                </a:solidFill>
              </a:defRPr>
            </a:lvl9pPr>
          </a:lstStyle>
          <a:p>
            <a:endParaRPr/>
          </a:p>
        </p:txBody>
      </p:sp>
      <p:sp>
        <p:nvSpPr>
          <p:cNvPr id="123" name="Google Shape;123;p29"/>
          <p:cNvSpPr/>
          <p:nvPr/>
        </p:nvSpPr>
        <p:spPr>
          <a:xfrm>
            <a:off x="-11953" y="-9050"/>
            <a:ext cx="9162000" cy="65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 name="Google Shape;124;p29"/>
          <p:cNvPicPr preferRelativeResize="0"/>
          <p:nvPr/>
        </p:nvPicPr>
        <p:blipFill>
          <a:blip r:embed="rId2">
            <a:alphaModFix/>
          </a:blip>
          <a:stretch>
            <a:fillRect/>
          </a:stretch>
        </p:blipFill>
        <p:spPr>
          <a:xfrm>
            <a:off x="8325312" y="179990"/>
            <a:ext cx="620675" cy="2036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空白 1">
  <p:cSld name="BLANK_1">
    <p:spTree>
      <p:nvGrpSpPr>
        <p:cNvPr id="1" name="Shape 132"/>
        <p:cNvGrpSpPr/>
        <p:nvPr/>
      </p:nvGrpSpPr>
      <p:grpSpPr>
        <a:xfrm>
          <a:off x="0" y="0"/>
          <a:ext cx="0" cy="0"/>
          <a:chOff x="0" y="0"/>
          <a:chExt cx="0" cy="0"/>
        </a:xfrm>
      </p:grpSpPr>
      <p:sp>
        <p:nvSpPr>
          <p:cNvPr id="133" name="Google Shape;13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
        <p:nvSpPr>
          <p:cNvPr id="134" name="Google Shape;134;p31"/>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Clr>
                <a:schemeClr val="lt1"/>
              </a:buClr>
              <a:buSzPts val="2200"/>
              <a:buNone/>
              <a:defRPr sz="2200" b="1">
                <a:solidFill>
                  <a:schemeClr val="lt1"/>
                </a:solidFill>
              </a:defRPr>
            </a:lvl1pPr>
            <a:lvl2pPr lvl="1" algn="ctr" rtl="0">
              <a:spcBef>
                <a:spcPts val="0"/>
              </a:spcBef>
              <a:spcAft>
                <a:spcPts val="0"/>
              </a:spcAft>
              <a:buClr>
                <a:schemeClr val="lt1"/>
              </a:buClr>
              <a:buSzPts val="2200"/>
              <a:buNone/>
              <a:defRPr sz="2200" b="1">
                <a:solidFill>
                  <a:schemeClr val="lt1"/>
                </a:solidFill>
              </a:defRPr>
            </a:lvl2pPr>
            <a:lvl3pPr lvl="2" algn="ctr" rtl="0">
              <a:spcBef>
                <a:spcPts val="0"/>
              </a:spcBef>
              <a:spcAft>
                <a:spcPts val="0"/>
              </a:spcAft>
              <a:buClr>
                <a:schemeClr val="lt1"/>
              </a:buClr>
              <a:buSzPts val="2200"/>
              <a:buNone/>
              <a:defRPr sz="2200" b="1">
                <a:solidFill>
                  <a:schemeClr val="lt1"/>
                </a:solidFill>
              </a:defRPr>
            </a:lvl3pPr>
            <a:lvl4pPr lvl="3" algn="ctr" rtl="0">
              <a:spcBef>
                <a:spcPts val="0"/>
              </a:spcBef>
              <a:spcAft>
                <a:spcPts val="0"/>
              </a:spcAft>
              <a:buClr>
                <a:schemeClr val="lt1"/>
              </a:buClr>
              <a:buSzPts val="2200"/>
              <a:buNone/>
              <a:defRPr sz="2200" b="1">
                <a:solidFill>
                  <a:schemeClr val="lt1"/>
                </a:solidFill>
              </a:defRPr>
            </a:lvl4pPr>
            <a:lvl5pPr lvl="4" algn="ctr" rtl="0">
              <a:spcBef>
                <a:spcPts val="0"/>
              </a:spcBef>
              <a:spcAft>
                <a:spcPts val="0"/>
              </a:spcAft>
              <a:buClr>
                <a:schemeClr val="lt1"/>
              </a:buClr>
              <a:buSzPts val="2200"/>
              <a:buNone/>
              <a:defRPr sz="2200" b="1">
                <a:solidFill>
                  <a:schemeClr val="lt1"/>
                </a:solidFill>
              </a:defRPr>
            </a:lvl5pPr>
            <a:lvl6pPr lvl="5" algn="ctr" rtl="0">
              <a:spcBef>
                <a:spcPts val="0"/>
              </a:spcBef>
              <a:spcAft>
                <a:spcPts val="0"/>
              </a:spcAft>
              <a:buClr>
                <a:schemeClr val="lt1"/>
              </a:buClr>
              <a:buSzPts val="2200"/>
              <a:buNone/>
              <a:defRPr sz="2200" b="1">
                <a:solidFill>
                  <a:schemeClr val="lt1"/>
                </a:solidFill>
              </a:defRPr>
            </a:lvl6pPr>
            <a:lvl7pPr lvl="6" algn="ctr" rtl="0">
              <a:spcBef>
                <a:spcPts val="0"/>
              </a:spcBef>
              <a:spcAft>
                <a:spcPts val="0"/>
              </a:spcAft>
              <a:buClr>
                <a:schemeClr val="lt1"/>
              </a:buClr>
              <a:buSzPts val="2200"/>
              <a:buNone/>
              <a:defRPr sz="2200" b="1">
                <a:solidFill>
                  <a:schemeClr val="lt1"/>
                </a:solidFill>
              </a:defRPr>
            </a:lvl7pPr>
            <a:lvl8pPr lvl="7" algn="ctr" rtl="0">
              <a:spcBef>
                <a:spcPts val="0"/>
              </a:spcBef>
              <a:spcAft>
                <a:spcPts val="0"/>
              </a:spcAft>
              <a:buClr>
                <a:schemeClr val="lt1"/>
              </a:buClr>
              <a:buSzPts val="2200"/>
              <a:buNone/>
              <a:defRPr sz="2200" b="1">
                <a:solidFill>
                  <a:schemeClr val="lt1"/>
                </a:solidFill>
              </a:defRPr>
            </a:lvl8pPr>
            <a:lvl9pPr lvl="8" algn="ctr" rtl="0">
              <a:spcBef>
                <a:spcPts val="0"/>
              </a:spcBef>
              <a:spcAft>
                <a:spcPts val="0"/>
              </a:spcAft>
              <a:buClr>
                <a:schemeClr val="lt1"/>
              </a:buClr>
              <a:buSzPts val="2200"/>
              <a:buNone/>
              <a:defRPr sz="2200" b="1">
                <a:solidFill>
                  <a:schemeClr val="lt1"/>
                </a:solidFill>
              </a:defRPr>
            </a:lvl9pPr>
          </a:lstStyle>
          <a:p>
            <a:endParaRPr/>
          </a:p>
        </p:txBody>
      </p:sp>
      <p:sp>
        <p:nvSpPr>
          <p:cNvPr id="135" name="Google Shape;135;p31"/>
          <p:cNvSpPr/>
          <p:nvPr/>
        </p:nvSpPr>
        <p:spPr>
          <a:xfrm>
            <a:off x="-11953" y="-9050"/>
            <a:ext cx="9162000" cy="652500"/>
          </a:xfrm>
          <a:prstGeom prst="rect">
            <a:avLst/>
          </a:prstGeom>
          <a:gradFill>
            <a:gsLst>
              <a:gs pos="0">
                <a:srgbClr val="7A7A7A"/>
              </a:gs>
              <a:gs pos="100000">
                <a:srgbClr val="39393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7" name="Google Shape;6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8" name="Google Shape;6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
        <p:nvSpPr>
          <p:cNvPr id="69" name="Google Shape;69;p18"/>
          <p:cNvSpPr txBox="1"/>
          <p:nvPr/>
        </p:nvSpPr>
        <p:spPr>
          <a:xfrm>
            <a:off x="2246550" y="4852775"/>
            <a:ext cx="46509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600">
                <a:solidFill>
                  <a:srgbClr val="24315C"/>
                </a:solidFill>
              </a:rPr>
              <a:t>©NONAME Produce Inc. All Rights Reserved</a:t>
            </a:r>
            <a:endParaRPr sz="300">
              <a:solidFill>
                <a:srgbClr val="24315C"/>
              </a:solidFill>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jpg"/><Relationship Id="rId4" Type="http://schemas.openxmlformats.org/officeDocument/2006/relationships/hyperlink" Target="https://n2p.co.jp/aha/" TargetMode="External"/><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n2p.co.jp/blog/category/whitepaper/"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channel/UCESTxPTU_nefsKC8FzjtNPg" TargetMode="Externa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hyperlink" Target="https://n2p.co.jp/blog/campaign/" TargetMode="External"/><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5.xml.rels><?xml version="1.0" encoding="UTF-8" standalone="yes"?>
<Relationships xmlns="http://schemas.openxmlformats.org/package/2006/relationships"><Relationship Id="rId3" Type="http://schemas.openxmlformats.org/officeDocument/2006/relationships/hyperlink" Target="https://n2p.co.jp/"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59"/>
          <p:cNvSpPr txBox="1">
            <a:spLocks noGrp="1"/>
          </p:cNvSpPr>
          <p:nvPr>
            <p:ph type="title"/>
          </p:nvPr>
        </p:nvSpPr>
        <p:spPr>
          <a:xfrm>
            <a:off x="294230" y="70750"/>
            <a:ext cx="85374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ja"/>
              <a:t>弊社パッケージサービス一覧</a:t>
            </a:r>
            <a:endParaRPr/>
          </a:p>
        </p:txBody>
      </p:sp>
      <p:sp>
        <p:nvSpPr>
          <p:cNvPr id="681" name="Google Shape;681;p59"/>
          <p:cNvSpPr/>
          <p:nvPr/>
        </p:nvSpPr>
        <p:spPr>
          <a:xfrm>
            <a:off x="249350" y="830625"/>
            <a:ext cx="2775900" cy="4006800"/>
          </a:xfrm>
          <a:prstGeom prst="roundRect">
            <a:avLst>
              <a:gd name="adj" fmla="val 3037"/>
            </a:avLst>
          </a:prstGeom>
          <a:solidFill>
            <a:srgbClr val="36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682" name="Google Shape;682;p59"/>
          <p:cNvSpPr txBox="1"/>
          <p:nvPr/>
        </p:nvSpPr>
        <p:spPr>
          <a:xfrm>
            <a:off x="412770" y="1766598"/>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Web即時抽選/くじ</a:t>
            </a:r>
            <a:endParaRPr sz="800" b="1">
              <a:solidFill>
                <a:srgbClr val="24315C"/>
              </a:solidFill>
            </a:endParaRPr>
          </a:p>
        </p:txBody>
      </p:sp>
      <p:sp>
        <p:nvSpPr>
          <p:cNvPr id="683" name="Google Shape;683;p59"/>
          <p:cNvSpPr txBox="1"/>
          <p:nvPr/>
        </p:nvSpPr>
        <p:spPr>
          <a:xfrm>
            <a:off x="1652324" y="1766598"/>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画像/動画生成</a:t>
            </a:r>
            <a:endParaRPr sz="800" b="1">
              <a:solidFill>
                <a:srgbClr val="24315C"/>
              </a:solidFill>
            </a:endParaRPr>
          </a:p>
        </p:txBody>
      </p:sp>
      <p:sp>
        <p:nvSpPr>
          <p:cNvPr id="684" name="Google Shape;684;p59"/>
          <p:cNvSpPr txBox="1"/>
          <p:nvPr/>
        </p:nvSpPr>
        <p:spPr>
          <a:xfrm>
            <a:off x="412939" y="2148826"/>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マストバイ</a:t>
            </a:r>
            <a:endParaRPr sz="800" b="1">
              <a:solidFill>
                <a:srgbClr val="24315C"/>
              </a:solidFill>
            </a:endParaRPr>
          </a:p>
        </p:txBody>
      </p:sp>
      <p:sp>
        <p:nvSpPr>
          <p:cNvPr id="685" name="Google Shape;685;p59"/>
          <p:cNvSpPr txBox="1"/>
          <p:nvPr/>
        </p:nvSpPr>
        <p:spPr>
          <a:xfrm>
            <a:off x="1652494" y="2148826"/>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投票/コンテスト</a:t>
            </a:r>
            <a:endParaRPr sz="800" b="1">
              <a:solidFill>
                <a:srgbClr val="24315C"/>
              </a:solidFill>
            </a:endParaRPr>
          </a:p>
        </p:txBody>
      </p:sp>
      <p:sp>
        <p:nvSpPr>
          <p:cNvPr id="686" name="Google Shape;686;p59"/>
          <p:cNvSpPr txBox="1"/>
          <p:nvPr/>
        </p:nvSpPr>
        <p:spPr>
          <a:xfrm>
            <a:off x="412770" y="2532889"/>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クイズ/謎解き</a:t>
            </a:r>
            <a:endParaRPr sz="800" b="1">
              <a:solidFill>
                <a:srgbClr val="24315C"/>
              </a:solidFill>
            </a:endParaRPr>
          </a:p>
        </p:txBody>
      </p:sp>
      <p:sp>
        <p:nvSpPr>
          <p:cNvPr id="687" name="Google Shape;687;p59"/>
          <p:cNvSpPr txBox="1"/>
          <p:nvPr/>
        </p:nvSpPr>
        <p:spPr>
          <a:xfrm>
            <a:off x="1652324" y="2532889"/>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ARキャンペーン</a:t>
            </a:r>
            <a:endParaRPr sz="800" b="1">
              <a:solidFill>
                <a:srgbClr val="24315C"/>
              </a:solidFill>
            </a:endParaRPr>
          </a:p>
        </p:txBody>
      </p:sp>
      <p:sp>
        <p:nvSpPr>
          <p:cNvPr id="688" name="Google Shape;688;p59"/>
          <p:cNvSpPr txBox="1"/>
          <p:nvPr/>
        </p:nvSpPr>
        <p:spPr>
          <a:xfrm>
            <a:off x="412783" y="2907695"/>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ゲーム</a:t>
            </a:r>
            <a:endParaRPr sz="800" b="1">
              <a:solidFill>
                <a:srgbClr val="24315C"/>
              </a:solidFill>
            </a:endParaRPr>
          </a:p>
        </p:txBody>
      </p:sp>
      <p:sp>
        <p:nvSpPr>
          <p:cNvPr id="689" name="Google Shape;689;p59"/>
          <p:cNvSpPr txBox="1"/>
          <p:nvPr/>
        </p:nvSpPr>
        <p:spPr>
          <a:xfrm>
            <a:off x="1652337" y="2907694"/>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診断/検定</a:t>
            </a:r>
            <a:endParaRPr sz="800" b="1">
              <a:solidFill>
                <a:srgbClr val="24315C"/>
              </a:solidFill>
            </a:endParaRPr>
          </a:p>
        </p:txBody>
      </p:sp>
      <p:sp>
        <p:nvSpPr>
          <p:cNvPr id="690" name="Google Shape;690;p59"/>
          <p:cNvSpPr txBox="1"/>
          <p:nvPr/>
        </p:nvSpPr>
        <p:spPr>
          <a:xfrm>
            <a:off x="412926" y="3282498"/>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写真投稿</a:t>
            </a:r>
            <a:endParaRPr sz="800" b="1">
              <a:solidFill>
                <a:srgbClr val="24315C"/>
              </a:solidFill>
            </a:endParaRPr>
          </a:p>
        </p:txBody>
      </p:sp>
      <p:sp>
        <p:nvSpPr>
          <p:cNvPr id="691" name="Google Shape;691;p59"/>
          <p:cNvSpPr txBox="1"/>
          <p:nvPr/>
        </p:nvSpPr>
        <p:spPr>
          <a:xfrm>
            <a:off x="1652480" y="3282497"/>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UGCキャンペーン</a:t>
            </a:r>
            <a:endParaRPr sz="800" b="1">
              <a:solidFill>
                <a:srgbClr val="24315C"/>
              </a:solidFill>
            </a:endParaRPr>
          </a:p>
        </p:txBody>
      </p:sp>
      <p:sp>
        <p:nvSpPr>
          <p:cNvPr id="692" name="Google Shape;692;p59"/>
          <p:cNvSpPr txBox="1"/>
          <p:nvPr/>
        </p:nvSpPr>
        <p:spPr>
          <a:xfrm>
            <a:off x="412926" y="3657305"/>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イベント連携施策</a:t>
            </a:r>
            <a:endParaRPr sz="800" b="1">
              <a:solidFill>
                <a:srgbClr val="24315C"/>
              </a:solidFill>
            </a:endParaRPr>
          </a:p>
        </p:txBody>
      </p:sp>
      <p:sp>
        <p:nvSpPr>
          <p:cNvPr id="693" name="Google Shape;693;p59"/>
          <p:cNvSpPr txBox="1"/>
          <p:nvPr/>
        </p:nvSpPr>
        <p:spPr>
          <a:xfrm>
            <a:off x="1652327" y="3657305"/>
            <a:ext cx="11691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来店促進施策</a:t>
            </a:r>
            <a:endParaRPr sz="800" b="1">
              <a:solidFill>
                <a:srgbClr val="24315C"/>
              </a:solidFill>
            </a:endParaRPr>
          </a:p>
        </p:txBody>
      </p:sp>
      <p:sp>
        <p:nvSpPr>
          <p:cNvPr id="694" name="Google Shape;694;p59"/>
          <p:cNvSpPr/>
          <p:nvPr/>
        </p:nvSpPr>
        <p:spPr>
          <a:xfrm>
            <a:off x="3183898" y="830625"/>
            <a:ext cx="2775900" cy="4006800"/>
          </a:xfrm>
          <a:prstGeom prst="roundRect">
            <a:avLst>
              <a:gd name="adj" fmla="val 3596"/>
            </a:avLst>
          </a:prstGeom>
          <a:solidFill>
            <a:srgbClr val="1DA1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9"/>
          <p:cNvSpPr/>
          <p:nvPr/>
        </p:nvSpPr>
        <p:spPr>
          <a:xfrm>
            <a:off x="2195500" y="916408"/>
            <a:ext cx="625800" cy="769800"/>
          </a:xfrm>
          <a:prstGeom prst="roundRect">
            <a:avLst>
              <a:gd name="adj" fmla="val 8496"/>
            </a:avLst>
          </a:prstGeom>
          <a:solidFill>
            <a:srgbClr val="F2F2F2">
              <a:alpha val="24080"/>
            </a:srgbClr>
          </a:solidFill>
          <a:ln w="9525" cap="flat" cmpd="sng">
            <a:solidFill>
              <a:srgbClr val="FCFCFC"/>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9"/>
          <p:cNvSpPr txBox="1"/>
          <p:nvPr/>
        </p:nvSpPr>
        <p:spPr>
          <a:xfrm>
            <a:off x="3270186" y="2737788"/>
            <a:ext cx="16521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sz="900" b="1">
                <a:solidFill>
                  <a:srgbClr val="FFFFFF"/>
                </a:solidFill>
              </a:rPr>
              <a:t>キャンペーンパッケージ</a:t>
            </a:r>
            <a:endParaRPr sz="900" b="1">
              <a:solidFill>
                <a:srgbClr val="FFFFFF"/>
              </a:solidFill>
            </a:endParaRPr>
          </a:p>
        </p:txBody>
      </p:sp>
      <p:sp>
        <p:nvSpPr>
          <p:cNvPr id="697" name="Google Shape;697;p59"/>
          <p:cNvSpPr txBox="1"/>
          <p:nvPr/>
        </p:nvSpPr>
        <p:spPr>
          <a:xfrm>
            <a:off x="3270174" y="2123875"/>
            <a:ext cx="2046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sz="900" b="1">
                <a:solidFill>
                  <a:srgbClr val="FCFCFC"/>
                </a:solidFill>
              </a:rPr>
              <a:t>オーガニック運用・広告運用代行</a:t>
            </a:r>
            <a:endParaRPr sz="800" b="1">
              <a:solidFill>
                <a:srgbClr val="FCFCFC"/>
              </a:solidFill>
            </a:endParaRPr>
          </a:p>
        </p:txBody>
      </p:sp>
      <p:sp>
        <p:nvSpPr>
          <p:cNvPr id="698" name="Google Shape;698;p59"/>
          <p:cNvSpPr txBox="1"/>
          <p:nvPr/>
        </p:nvSpPr>
        <p:spPr>
          <a:xfrm>
            <a:off x="3347084" y="2404440"/>
            <a:ext cx="1165800" cy="3387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a:solidFill>
                  <a:srgbClr val="24315C"/>
                </a:solidFill>
              </a:rPr>
              <a:t>X運用戦略</a:t>
            </a:r>
            <a:endParaRPr sz="1000" b="1">
              <a:solidFill>
                <a:srgbClr val="24315C"/>
              </a:solidFill>
            </a:endParaRPr>
          </a:p>
        </p:txBody>
      </p:sp>
      <p:sp>
        <p:nvSpPr>
          <p:cNvPr id="699" name="Google Shape;699;p59"/>
          <p:cNvSpPr txBox="1"/>
          <p:nvPr/>
        </p:nvSpPr>
        <p:spPr>
          <a:xfrm>
            <a:off x="4589671" y="2404440"/>
            <a:ext cx="1165800" cy="3387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a:solidFill>
                  <a:srgbClr val="24315C"/>
                </a:solidFill>
              </a:rPr>
              <a:t>X広告運用</a:t>
            </a:r>
            <a:endParaRPr sz="1000" b="1">
              <a:solidFill>
                <a:srgbClr val="24315C"/>
              </a:solidFill>
            </a:endParaRPr>
          </a:p>
        </p:txBody>
      </p:sp>
      <p:sp>
        <p:nvSpPr>
          <p:cNvPr id="700" name="Google Shape;700;p59"/>
          <p:cNvSpPr txBox="1"/>
          <p:nvPr/>
        </p:nvSpPr>
        <p:spPr>
          <a:xfrm>
            <a:off x="3252449" y="1420770"/>
            <a:ext cx="18732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sz="900" b="1">
                <a:solidFill>
                  <a:srgbClr val="FCFCFC"/>
                </a:solidFill>
              </a:rPr>
              <a:t>分析・管理</a:t>
            </a:r>
            <a:endParaRPr sz="800" b="1">
              <a:solidFill>
                <a:srgbClr val="FCFCFC"/>
              </a:solidFill>
            </a:endParaRPr>
          </a:p>
        </p:txBody>
      </p:sp>
      <p:sp>
        <p:nvSpPr>
          <p:cNvPr id="701" name="Google Shape;701;p59"/>
          <p:cNvSpPr txBox="1"/>
          <p:nvPr/>
        </p:nvSpPr>
        <p:spPr>
          <a:xfrm>
            <a:off x="3347075" y="1701375"/>
            <a:ext cx="24084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600" b="1">
                <a:solidFill>
                  <a:srgbClr val="24315C"/>
                </a:solidFill>
              </a:rPr>
              <a:t>運用とキャンペーンで総合戦略</a:t>
            </a:r>
            <a:endParaRPr sz="600" b="1">
              <a:solidFill>
                <a:srgbClr val="24315C"/>
              </a:solidFill>
            </a:endParaRPr>
          </a:p>
          <a:p>
            <a:pPr marL="0" lvl="0" indent="0" algn="ctr" rtl="0">
              <a:spcBef>
                <a:spcPts val="0"/>
              </a:spcBef>
              <a:spcAft>
                <a:spcPts val="0"/>
              </a:spcAft>
              <a:buNone/>
            </a:pPr>
            <a:r>
              <a:rPr lang="ja" sz="1000" b="1">
                <a:solidFill>
                  <a:srgbClr val="24315C"/>
                </a:solidFill>
              </a:rPr>
              <a:t>BirdCall </a:t>
            </a:r>
            <a:endParaRPr sz="1000" b="1">
              <a:solidFill>
                <a:srgbClr val="24315C"/>
              </a:solidFill>
            </a:endParaRPr>
          </a:p>
        </p:txBody>
      </p:sp>
      <p:sp>
        <p:nvSpPr>
          <p:cNvPr id="702" name="Google Shape;702;p59"/>
          <p:cNvSpPr/>
          <p:nvPr/>
        </p:nvSpPr>
        <p:spPr>
          <a:xfrm>
            <a:off x="6118750" y="830625"/>
            <a:ext cx="2775900" cy="1855200"/>
          </a:xfrm>
          <a:prstGeom prst="roundRect">
            <a:avLst>
              <a:gd name="adj" fmla="val 4639"/>
            </a:avLst>
          </a:prstGeom>
          <a:solidFill>
            <a:srgbClr val="06C7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3" name="Google Shape;703;p59"/>
          <p:cNvPicPr preferRelativeResize="0"/>
          <p:nvPr/>
        </p:nvPicPr>
        <p:blipFill>
          <a:blip r:embed="rId3">
            <a:alphaModFix/>
          </a:blip>
          <a:stretch>
            <a:fillRect/>
          </a:stretch>
        </p:blipFill>
        <p:spPr>
          <a:xfrm>
            <a:off x="6994661" y="969563"/>
            <a:ext cx="1024692" cy="468073"/>
          </a:xfrm>
          <a:prstGeom prst="rect">
            <a:avLst/>
          </a:prstGeom>
          <a:noFill/>
          <a:ln>
            <a:noFill/>
          </a:ln>
        </p:spPr>
      </p:pic>
      <p:pic>
        <p:nvPicPr>
          <p:cNvPr id="704" name="Google Shape;704;p59">
            <a:hlinkClick r:id="rId4"/>
          </p:cNvPr>
          <p:cNvPicPr preferRelativeResize="0"/>
          <p:nvPr/>
        </p:nvPicPr>
        <p:blipFill>
          <a:blip r:embed="rId5">
            <a:alphaModFix/>
          </a:blip>
          <a:stretch>
            <a:fillRect/>
          </a:stretch>
        </p:blipFill>
        <p:spPr>
          <a:xfrm>
            <a:off x="993850" y="987511"/>
            <a:ext cx="1105800" cy="462630"/>
          </a:xfrm>
          <a:prstGeom prst="rect">
            <a:avLst/>
          </a:prstGeom>
          <a:noFill/>
          <a:ln>
            <a:noFill/>
          </a:ln>
        </p:spPr>
      </p:pic>
      <p:sp>
        <p:nvSpPr>
          <p:cNvPr id="705" name="Google Shape;705;p59"/>
          <p:cNvSpPr txBox="1"/>
          <p:nvPr/>
        </p:nvSpPr>
        <p:spPr>
          <a:xfrm>
            <a:off x="6299921" y="1598500"/>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Web即時抽選/くじ</a:t>
            </a:r>
            <a:endParaRPr sz="800" b="1">
              <a:solidFill>
                <a:srgbClr val="24315C"/>
              </a:solidFill>
            </a:endParaRPr>
          </a:p>
        </p:txBody>
      </p:sp>
      <p:sp>
        <p:nvSpPr>
          <p:cNvPr id="706" name="Google Shape;706;p59"/>
          <p:cNvSpPr txBox="1"/>
          <p:nvPr/>
        </p:nvSpPr>
        <p:spPr>
          <a:xfrm>
            <a:off x="6300090" y="1980728"/>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マストバイ</a:t>
            </a:r>
            <a:endParaRPr sz="800" b="1">
              <a:solidFill>
                <a:srgbClr val="24315C"/>
              </a:solidFill>
            </a:endParaRPr>
          </a:p>
        </p:txBody>
      </p:sp>
      <p:sp>
        <p:nvSpPr>
          <p:cNvPr id="707" name="Google Shape;707;p59"/>
          <p:cNvSpPr txBox="1"/>
          <p:nvPr/>
        </p:nvSpPr>
        <p:spPr>
          <a:xfrm>
            <a:off x="7539953" y="1598500"/>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友達紹介</a:t>
            </a:r>
            <a:endParaRPr sz="800" b="1">
              <a:solidFill>
                <a:srgbClr val="24315C"/>
              </a:solidFill>
            </a:endParaRPr>
          </a:p>
        </p:txBody>
      </p:sp>
      <p:sp>
        <p:nvSpPr>
          <p:cNvPr id="708" name="Google Shape;708;p59"/>
          <p:cNvSpPr txBox="1"/>
          <p:nvPr/>
        </p:nvSpPr>
        <p:spPr>
          <a:xfrm>
            <a:off x="7539953" y="1980725"/>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診断/検定</a:t>
            </a:r>
            <a:endParaRPr sz="800" b="1">
              <a:solidFill>
                <a:srgbClr val="24315C"/>
              </a:solidFill>
            </a:endParaRPr>
          </a:p>
        </p:txBody>
      </p:sp>
      <p:sp>
        <p:nvSpPr>
          <p:cNvPr id="709" name="Google Shape;709;p59"/>
          <p:cNvSpPr txBox="1"/>
          <p:nvPr/>
        </p:nvSpPr>
        <p:spPr>
          <a:xfrm>
            <a:off x="6302909" y="2329258"/>
            <a:ext cx="24084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FFFFFF"/>
                </a:solidFill>
              </a:rPr>
              <a:t>他 Aha!のラインナップ全て対応可能</a:t>
            </a:r>
            <a:endParaRPr sz="800" b="1">
              <a:solidFill>
                <a:srgbClr val="FFFFFF"/>
              </a:solidFill>
            </a:endParaRPr>
          </a:p>
        </p:txBody>
      </p:sp>
      <p:sp>
        <p:nvSpPr>
          <p:cNvPr id="710" name="Google Shape;710;p59"/>
          <p:cNvSpPr/>
          <p:nvPr/>
        </p:nvSpPr>
        <p:spPr>
          <a:xfrm>
            <a:off x="452675" y="1011700"/>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sp>
        <p:nvSpPr>
          <p:cNvPr id="711" name="Google Shape;711;p59"/>
          <p:cNvSpPr txBox="1"/>
          <p:nvPr/>
        </p:nvSpPr>
        <p:spPr>
          <a:xfrm>
            <a:off x="452675" y="1064500"/>
            <a:ext cx="4287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900" b="1">
                <a:solidFill>
                  <a:srgbClr val="3653C4"/>
                </a:solidFill>
              </a:rPr>
              <a:t>Web</a:t>
            </a:r>
            <a:endParaRPr sz="900" b="1">
              <a:solidFill>
                <a:srgbClr val="3653C4"/>
              </a:solidFill>
            </a:endParaRPr>
          </a:p>
        </p:txBody>
      </p:sp>
      <p:sp>
        <p:nvSpPr>
          <p:cNvPr id="712" name="Google Shape;712;p59"/>
          <p:cNvSpPr/>
          <p:nvPr/>
        </p:nvSpPr>
        <p:spPr>
          <a:xfrm>
            <a:off x="6302900" y="1018675"/>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pic>
        <p:nvPicPr>
          <p:cNvPr id="713" name="Google Shape;713;p59"/>
          <p:cNvPicPr preferRelativeResize="0"/>
          <p:nvPr/>
        </p:nvPicPr>
        <p:blipFill>
          <a:blip r:embed="rId6">
            <a:alphaModFix/>
          </a:blip>
          <a:stretch>
            <a:fillRect/>
          </a:stretch>
        </p:blipFill>
        <p:spPr>
          <a:xfrm>
            <a:off x="6355546" y="1071475"/>
            <a:ext cx="323408" cy="323100"/>
          </a:xfrm>
          <a:prstGeom prst="rect">
            <a:avLst/>
          </a:prstGeom>
          <a:noFill/>
          <a:ln>
            <a:noFill/>
          </a:ln>
        </p:spPr>
      </p:pic>
      <p:sp>
        <p:nvSpPr>
          <p:cNvPr id="714" name="Google Shape;714;p59"/>
          <p:cNvSpPr/>
          <p:nvPr/>
        </p:nvSpPr>
        <p:spPr>
          <a:xfrm>
            <a:off x="6118450" y="2873000"/>
            <a:ext cx="1278000" cy="1964100"/>
          </a:xfrm>
          <a:prstGeom prst="roundRect">
            <a:avLst>
              <a:gd name="adj" fmla="val 6039"/>
            </a:avLst>
          </a:prstGeom>
          <a:solidFill>
            <a:srgbClr val="CF2F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59"/>
          <p:cNvSpPr txBox="1"/>
          <p:nvPr/>
        </p:nvSpPr>
        <p:spPr>
          <a:xfrm>
            <a:off x="302811" y="1496987"/>
            <a:ext cx="16521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sz="900" b="1">
                <a:solidFill>
                  <a:srgbClr val="FFFFFF"/>
                </a:solidFill>
              </a:rPr>
              <a:t>キャンペーンパッケージ</a:t>
            </a:r>
            <a:endParaRPr sz="900" b="1">
              <a:solidFill>
                <a:srgbClr val="FFFFFF"/>
              </a:solidFill>
            </a:endParaRPr>
          </a:p>
        </p:txBody>
      </p:sp>
      <p:grpSp>
        <p:nvGrpSpPr>
          <p:cNvPr id="716" name="Google Shape;716;p59"/>
          <p:cNvGrpSpPr/>
          <p:nvPr/>
        </p:nvGrpSpPr>
        <p:grpSpPr>
          <a:xfrm>
            <a:off x="6577450" y="3000750"/>
            <a:ext cx="428700" cy="428700"/>
            <a:chOff x="6577450" y="3000750"/>
            <a:chExt cx="428700" cy="428700"/>
          </a:xfrm>
        </p:grpSpPr>
        <p:sp>
          <p:nvSpPr>
            <p:cNvPr id="717" name="Google Shape;717;p59"/>
            <p:cNvSpPr/>
            <p:nvPr/>
          </p:nvSpPr>
          <p:spPr>
            <a:xfrm>
              <a:off x="6577450" y="3000750"/>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pic>
          <p:nvPicPr>
            <p:cNvPr id="718" name="Google Shape;718;p59"/>
            <p:cNvPicPr preferRelativeResize="0"/>
            <p:nvPr/>
          </p:nvPicPr>
          <p:blipFill>
            <a:blip r:embed="rId7">
              <a:alphaModFix/>
            </a:blip>
            <a:stretch>
              <a:fillRect/>
            </a:stretch>
          </p:blipFill>
          <p:spPr>
            <a:xfrm>
              <a:off x="6698336" y="3109464"/>
              <a:ext cx="205700" cy="205700"/>
            </a:xfrm>
            <a:prstGeom prst="rect">
              <a:avLst/>
            </a:prstGeom>
            <a:noFill/>
            <a:ln>
              <a:noFill/>
            </a:ln>
          </p:spPr>
        </p:pic>
      </p:grpSp>
      <p:sp>
        <p:nvSpPr>
          <p:cNvPr id="719" name="Google Shape;719;p59"/>
          <p:cNvSpPr txBox="1"/>
          <p:nvPr/>
        </p:nvSpPr>
        <p:spPr>
          <a:xfrm>
            <a:off x="6197828" y="3571737"/>
            <a:ext cx="11058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ハッシュタグ収集</a:t>
            </a:r>
            <a:endParaRPr sz="800" b="1">
              <a:solidFill>
                <a:srgbClr val="24315C"/>
              </a:solidFill>
            </a:endParaRPr>
          </a:p>
        </p:txBody>
      </p:sp>
      <p:sp>
        <p:nvSpPr>
          <p:cNvPr id="720" name="Google Shape;720;p59"/>
          <p:cNvSpPr txBox="1"/>
          <p:nvPr/>
        </p:nvSpPr>
        <p:spPr>
          <a:xfrm>
            <a:off x="6197828" y="3943507"/>
            <a:ext cx="11058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フォロー&amp;いいね</a:t>
            </a:r>
            <a:endParaRPr sz="800" b="1">
              <a:solidFill>
                <a:srgbClr val="24315C"/>
              </a:solidFill>
            </a:endParaRPr>
          </a:p>
        </p:txBody>
      </p:sp>
      <p:sp>
        <p:nvSpPr>
          <p:cNvPr id="721" name="Google Shape;721;p59"/>
          <p:cNvSpPr txBox="1"/>
          <p:nvPr/>
        </p:nvSpPr>
        <p:spPr>
          <a:xfrm>
            <a:off x="6204566" y="4315282"/>
            <a:ext cx="11058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運用代行/広告</a:t>
            </a:r>
            <a:endParaRPr sz="800" b="1">
              <a:solidFill>
                <a:srgbClr val="24315C"/>
              </a:solidFill>
            </a:endParaRPr>
          </a:p>
        </p:txBody>
      </p:sp>
      <p:sp>
        <p:nvSpPr>
          <p:cNvPr id="722" name="Google Shape;722;p59"/>
          <p:cNvSpPr/>
          <p:nvPr/>
        </p:nvSpPr>
        <p:spPr>
          <a:xfrm>
            <a:off x="7555100" y="2873000"/>
            <a:ext cx="1346700" cy="1964100"/>
          </a:xfrm>
          <a:prstGeom prst="roundRect">
            <a:avLst>
              <a:gd name="adj" fmla="val 6039"/>
            </a:avLst>
          </a:prstGeom>
          <a:solidFill>
            <a:srgbClr val="11111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9"/>
          <p:cNvSpPr txBox="1"/>
          <p:nvPr/>
        </p:nvSpPr>
        <p:spPr>
          <a:xfrm>
            <a:off x="7675550" y="3571737"/>
            <a:ext cx="11058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ハッシュタグ収集</a:t>
            </a:r>
            <a:endParaRPr sz="800" b="1">
              <a:solidFill>
                <a:srgbClr val="24315C"/>
              </a:solidFill>
            </a:endParaRPr>
          </a:p>
        </p:txBody>
      </p:sp>
      <p:sp>
        <p:nvSpPr>
          <p:cNvPr id="724" name="Google Shape;724;p59"/>
          <p:cNvSpPr txBox="1"/>
          <p:nvPr/>
        </p:nvSpPr>
        <p:spPr>
          <a:xfrm>
            <a:off x="7675550" y="3943507"/>
            <a:ext cx="11058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コンテスト</a:t>
            </a:r>
            <a:endParaRPr sz="800" b="1">
              <a:solidFill>
                <a:srgbClr val="24315C"/>
              </a:solidFill>
            </a:endParaRPr>
          </a:p>
        </p:txBody>
      </p:sp>
      <p:grpSp>
        <p:nvGrpSpPr>
          <p:cNvPr id="725" name="Google Shape;725;p59"/>
          <p:cNvGrpSpPr/>
          <p:nvPr/>
        </p:nvGrpSpPr>
        <p:grpSpPr>
          <a:xfrm>
            <a:off x="8014100" y="3000750"/>
            <a:ext cx="428700" cy="428700"/>
            <a:chOff x="8014100" y="3000750"/>
            <a:chExt cx="428700" cy="428700"/>
          </a:xfrm>
        </p:grpSpPr>
        <p:sp>
          <p:nvSpPr>
            <p:cNvPr id="726" name="Google Shape;726;p59"/>
            <p:cNvSpPr/>
            <p:nvPr/>
          </p:nvSpPr>
          <p:spPr>
            <a:xfrm>
              <a:off x="8014100" y="3000750"/>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pic>
          <p:nvPicPr>
            <p:cNvPr id="727" name="Google Shape;727;p59"/>
            <p:cNvPicPr preferRelativeResize="0"/>
            <p:nvPr/>
          </p:nvPicPr>
          <p:blipFill>
            <a:blip r:embed="rId8">
              <a:alphaModFix/>
            </a:blip>
            <a:stretch>
              <a:fillRect/>
            </a:stretch>
          </p:blipFill>
          <p:spPr>
            <a:xfrm>
              <a:off x="8092285" y="3060000"/>
              <a:ext cx="272330" cy="307799"/>
            </a:xfrm>
            <a:prstGeom prst="rect">
              <a:avLst/>
            </a:prstGeom>
            <a:noFill/>
            <a:ln>
              <a:noFill/>
            </a:ln>
          </p:spPr>
        </p:pic>
      </p:grpSp>
      <p:sp>
        <p:nvSpPr>
          <p:cNvPr id="728" name="Google Shape;728;p59"/>
          <p:cNvSpPr txBox="1"/>
          <p:nvPr/>
        </p:nvSpPr>
        <p:spPr>
          <a:xfrm>
            <a:off x="2195475" y="877750"/>
            <a:ext cx="6258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700" b="1">
                <a:solidFill>
                  <a:srgbClr val="FCFCFC"/>
                </a:solidFill>
              </a:rPr>
              <a:t>連携可能</a:t>
            </a:r>
            <a:endParaRPr sz="700" b="1">
              <a:solidFill>
                <a:srgbClr val="FCFCFC"/>
              </a:solidFill>
            </a:endParaRPr>
          </a:p>
        </p:txBody>
      </p:sp>
      <p:pic>
        <p:nvPicPr>
          <p:cNvPr id="729" name="Google Shape;729;p59"/>
          <p:cNvPicPr preferRelativeResize="0"/>
          <p:nvPr/>
        </p:nvPicPr>
        <p:blipFill>
          <a:blip r:embed="rId6">
            <a:alphaModFix/>
          </a:blip>
          <a:stretch>
            <a:fillRect/>
          </a:stretch>
        </p:blipFill>
        <p:spPr>
          <a:xfrm>
            <a:off x="2512916" y="1119923"/>
            <a:ext cx="234850" cy="234640"/>
          </a:xfrm>
          <a:prstGeom prst="rect">
            <a:avLst/>
          </a:prstGeom>
          <a:noFill/>
          <a:ln>
            <a:noFill/>
          </a:ln>
        </p:spPr>
      </p:pic>
      <p:grpSp>
        <p:nvGrpSpPr>
          <p:cNvPr id="730" name="Google Shape;730;p59"/>
          <p:cNvGrpSpPr/>
          <p:nvPr/>
        </p:nvGrpSpPr>
        <p:grpSpPr>
          <a:xfrm>
            <a:off x="2249498" y="1394497"/>
            <a:ext cx="234842" cy="234842"/>
            <a:chOff x="6577450" y="3000750"/>
            <a:chExt cx="428700" cy="428700"/>
          </a:xfrm>
        </p:grpSpPr>
        <p:sp>
          <p:nvSpPr>
            <p:cNvPr id="731" name="Google Shape;731;p59"/>
            <p:cNvSpPr/>
            <p:nvPr/>
          </p:nvSpPr>
          <p:spPr>
            <a:xfrm>
              <a:off x="6577450" y="3000750"/>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pic>
          <p:nvPicPr>
            <p:cNvPr id="732" name="Google Shape;732;p59"/>
            <p:cNvPicPr preferRelativeResize="0"/>
            <p:nvPr/>
          </p:nvPicPr>
          <p:blipFill>
            <a:blip r:embed="rId7">
              <a:alphaModFix/>
            </a:blip>
            <a:stretch>
              <a:fillRect/>
            </a:stretch>
          </p:blipFill>
          <p:spPr>
            <a:xfrm>
              <a:off x="6698336" y="3109464"/>
              <a:ext cx="205700" cy="205700"/>
            </a:xfrm>
            <a:prstGeom prst="rect">
              <a:avLst/>
            </a:prstGeom>
            <a:noFill/>
            <a:ln>
              <a:noFill/>
            </a:ln>
          </p:spPr>
        </p:pic>
      </p:grpSp>
      <p:grpSp>
        <p:nvGrpSpPr>
          <p:cNvPr id="733" name="Google Shape;733;p59"/>
          <p:cNvGrpSpPr/>
          <p:nvPr/>
        </p:nvGrpSpPr>
        <p:grpSpPr>
          <a:xfrm>
            <a:off x="2528940" y="1396062"/>
            <a:ext cx="234842" cy="234842"/>
            <a:chOff x="8014100" y="3000750"/>
            <a:chExt cx="428700" cy="428700"/>
          </a:xfrm>
        </p:grpSpPr>
        <p:sp>
          <p:nvSpPr>
            <p:cNvPr id="734" name="Google Shape;734;p59"/>
            <p:cNvSpPr/>
            <p:nvPr/>
          </p:nvSpPr>
          <p:spPr>
            <a:xfrm>
              <a:off x="8014100" y="3000750"/>
              <a:ext cx="428700" cy="428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00"/>
            </a:p>
          </p:txBody>
        </p:sp>
        <p:pic>
          <p:nvPicPr>
            <p:cNvPr id="735" name="Google Shape;735;p59"/>
            <p:cNvPicPr preferRelativeResize="0"/>
            <p:nvPr/>
          </p:nvPicPr>
          <p:blipFill>
            <a:blip r:embed="rId8">
              <a:alphaModFix/>
            </a:blip>
            <a:stretch>
              <a:fillRect/>
            </a:stretch>
          </p:blipFill>
          <p:spPr>
            <a:xfrm>
              <a:off x="8092285" y="3060000"/>
              <a:ext cx="272330" cy="307799"/>
            </a:xfrm>
            <a:prstGeom prst="rect">
              <a:avLst/>
            </a:prstGeom>
            <a:noFill/>
            <a:ln>
              <a:noFill/>
            </a:ln>
          </p:spPr>
        </p:pic>
      </p:grpSp>
      <p:pic>
        <p:nvPicPr>
          <p:cNvPr id="736" name="Google Shape;736;p59"/>
          <p:cNvPicPr preferRelativeResize="0"/>
          <p:nvPr/>
        </p:nvPicPr>
        <p:blipFill>
          <a:blip r:embed="rId9">
            <a:alphaModFix/>
          </a:blip>
          <a:stretch>
            <a:fillRect/>
          </a:stretch>
        </p:blipFill>
        <p:spPr>
          <a:xfrm>
            <a:off x="3952600" y="1026865"/>
            <a:ext cx="1732198" cy="323100"/>
          </a:xfrm>
          <a:prstGeom prst="rect">
            <a:avLst/>
          </a:prstGeom>
          <a:noFill/>
          <a:ln>
            <a:noFill/>
          </a:ln>
        </p:spPr>
      </p:pic>
      <p:sp>
        <p:nvSpPr>
          <p:cNvPr id="737" name="Google Shape;737;p59"/>
          <p:cNvSpPr txBox="1"/>
          <p:nvPr/>
        </p:nvSpPr>
        <p:spPr>
          <a:xfrm>
            <a:off x="3357758" y="3889718"/>
            <a:ext cx="1165200" cy="3849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インスタントウィン </a:t>
            </a:r>
            <a:endParaRPr sz="800" b="1">
              <a:solidFill>
                <a:srgbClr val="24315C"/>
              </a:solidFill>
            </a:endParaRPr>
          </a:p>
          <a:p>
            <a:pPr marL="0" lvl="0" indent="0" algn="ctr" rtl="0">
              <a:spcBef>
                <a:spcPts val="0"/>
              </a:spcBef>
              <a:spcAft>
                <a:spcPts val="0"/>
              </a:spcAft>
              <a:buNone/>
            </a:pPr>
            <a:r>
              <a:rPr lang="ja" sz="500" b="1">
                <a:solidFill>
                  <a:srgbClr val="24315C"/>
                </a:solidFill>
              </a:rPr>
              <a:t>RTWIN</a:t>
            </a:r>
            <a:endParaRPr sz="500" b="1">
              <a:solidFill>
                <a:srgbClr val="24315C"/>
              </a:solidFill>
            </a:endParaRPr>
          </a:p>
        </p:txBody>
      </p:sp>
      <p:sp>
        <p:nvSpPr>
          <p:cNvPr id="738" name="Google Shape;738;p59"/>
          <p:cNvSpPr txBox="1"/>
          <p:nvPr/>
        </p:nvSpPr>
        <p:spPr>
          <a:xfrm>
            <a:off x="4597320" y="3897430"/>
            <a:ext cx="1165500" cy="3849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マストバイ </a:t>
            </a:r>
            <a:r>
              <a:rPr lang="ja" sz="700" b="1">
                <a:solidFill>
                  <a:srgbClr val="24315C"/>
                </a:solidFill>
              </a:rPr>
              <a:t>Receet</a:t>
            </a:r>
            <a:endParaRPr sz="700" b="1">
              <a:solidFill>
                <a:srgbClr val="24315C"/>
              </a:solidFill>
            </a:endParaRPr>
          </a:p>
          <a:p>
            <a:pPr marL="0" lvl="0" indent="0" algn="ctr" rtl="0">
              <a:spcBef>
                <a:spcPts val="0"/>
              </a:spcBef>
              <a:spcAft>
                <a:spcPts val="0"/>
              </a:spcAft>
              <a:buNone/>
            </a:pPr>
            <a:r>
              <a:rPr lang="ja" sz="500" b="1">
                <a:solidFill>
                  <a:srgbClr val="24315C"/>
                </a:solidFill>
              </a:rPr>
              <a:t>レシート/シリアル/マイレージ/</a:t>
            </a:r>
            <a:endParaRPr sz="700" b="1">
              <a:solidFill>
                <a:srgbClr val="24315C"/>
              </a:solidFill>
            </a:endParaRPr>
          </a:p>
        </p:txBody>
      </p:sp>
      <p:sp>
        <p:nvSpPr>
          <p:cNvPr id="739" name="Google Shape;739;p59"/>
          <p:cNvSpPr txBox="1"/>
          <p:nvPr/>
        </p:nvSpPr>
        <p:spPr>
          <a:xfrm>
            <a:off x="4597620" y="4325082"/>
            <a:ext cx="1165200" cy="292357"/>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700" b="1" dirty="0">
                <a:solidFill>
                  <a:srgbClr val="24315C"/>
                </a:solidFill>
              </a:rPr>
              <a:t>クイズ/診断/画像合成 </a:t>
            </a:r>
            <a:endParaRPr sz="700" b="1" dirty="0">
              <a:solidFill>
                <a:srgbClr val="24315C"/>
              </a:solidFill>
            </a:endParaRPr>
          </a:p>
        </p:txBody>
      </p:sp>
      <p:sp>
        <p:nvSpPr>
          <p:cNvPr id="740" name="Google Shape;740;p59"/>
          <p:cNvSpPr txBox="1"/>
          <p:nvPr/>
        </p:nvSpPr>
        <p:spPr>
          <a:xfrm>
            <a:off x="3357758" y="4313477"/>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後日抽選系</a:t>
            </a:r>
            <a:endParaRPr sz="800" b="1">
              <a:solidFill>
                <a:srgbClr val="24315C"/>
              </a:solidFill>
            </a:endParaRPr>
          </a:p>
        </p:txBody>
      </p:sp>
      <p:sp>
        <p:nvSpPr>
          <p:cNvPr id="741" name="Google Shape;741;p59"/>
          <p:cNvSpPr txBox="1"/>
          <p:nvPr/>
        </p:nvSpPr>
        <p:spPr>
          <a:xfrm>
            <a:off x="7555100" y="4405635"/>
            <a:ext cx="852000" cy="323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ja" sz="900">
                <a:solidFill>
                  <a:srgbClr val="FFFFFF"/>
                </a:solidFill>
              </a:rPr>
              <a:t>and more</a:t>
            </a:r>
            <a:endParaRPr sz="900">
              <a:solidFill>
                <a:srgbClr val="FFFFFF"/>
              </a:solidFill>
            </a:endParaRPr>
          </a:p>
        </p:txBody>
      </p:sp>
      <p:sp>
        <p:nvSpPr>
          <p:cNvPr id="742" name="Google Shape;742;p59"/>
          <p:cNvSpPr txBox="1"/>
          <p:nvPr/>
        </p:nvSpPr>
        <p:spPr>
          <a:xfrm>
            <a:off x="3350475" y="2980925"/>
            <a:ext cx="2408400" cy="4155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900" b="1">
                <a:solidFill>
                  <a:srgbClr val="24315C"/>
                </a:solidFill>
              </a:rPr>
              <a:t>BirdCall for Entertainment</a:t>
            </a:r>
            <a:endParaRPr sz="900" b="1">
              <a:solidFill>
                <a:srgbClr val="24315C"/>
              </a:solidFill>
            </a:endParaRPr>
          </a:p>
          <a:p>
            <a:pPr marL="0" lvl="0" indent="0" algn="ctr" rtl="0">
              <a:spcBef>
                <a:spcPts val="0"/>
              </a:spcBef>
              <a:spcAft>
                <a:spcPts val="0"/>
              </a:spcAft>
              <a:buNone/>
            </a:pPr>
            <a:r>
              <a:rPr lang="ja" sz="600" b="1">
                <a:solidFill>
                  <a:srgbClr val="24315C"/>
                </a:solidFill>
              </a:rPr>
              <a:t>ファンコミュニティーを形成する新しいキャンペーン</a:t>
            </a:r>
            <a:endParaRPr sz="600" b="1">
              <a:solidFill>
                <a:srgbClr val="24315C"/>
              </a:solidFill>
            </a:endParaRPr>
          </a:p>
        </p:txBody>
      </p:sp>
      <p:sp>
        <p:nvSpPr>
          <p:cNvPr id="743" name="Google Shape;743;p59"/>
          <p:cNvSpPr txBox="1"/>
          <p:nvPr/>
        </p:nvSpPr>
        <p:spPr>
          <a:xfrm>
            <a:off x="3352617" y="3439177"/>
            <a:ext cx="2408400" cy="4155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900" b="1">
                <a:solidFill>
                  <a:srgbClr val="24315C"/>
                </a:solidFill>
              </a:rPr>
              <a:t>BirdCall Pro</a:t>
            </a:r>
            <a:endParaRPr sz="900" b="1">
              <a:solidFill>
                <a:srgbClr val="24315C"/>
              </a:solidFill>
            </a:endParaRPr>
          </a:p>
          <a:p>
            <a:pPr marL="0" lvl="0" indent="0" algn="ctr" rtl="0">
              <a:spcBef>
                <a:spcPts val="0"/>
              </a:spcBef>
              <a:spcAft>
                <a:spcPts val="0"/>
              </a:spcAft>
              <a:buNone/>
            </a:pPr>
            <a:r>
              <a:rPr lang="ja" sz="600" b="1">
                <a:solidFill>
                  <a:srgbClr val="24315C"/>
                </a:solidFill>
              </a:rPr>
              <a:t>複数アカウントでのキャンペーンし放題！</a:t>
            </a:r>
            <a:endParaRPr sz="600" b="1">
              <a:solidFill>
                <a:srgbClr val="24315C"/>
              </a:solidFill>
            </a:endParaRPr>
          </a:p>
        </p:txBody>
      </p:sp>
      <p:sp>
        <p:nvSpPr>
          <p:cNvPr id="744" name="Google Shape;744;p59"/>
          <p:cNvSpPr txBox="1"/>
          <p:nvPr/>
        </p:nvSpPr>
        <p:spPr>
          <a:xfrm>
            <a:off x="412926" y="4032098"/>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TikTok即時抽選</a:t>
            </a:r>
            <a:endParaRPr sz="800" b="1">
              <a:solidFill>
                <a:srgbClr val="24315C"/>
              </a:solidFill>
            </a:endParaRPr>
          </a:p>
        </p:txBody>
      </p:sp>
      <p:sp>
        <p:nvSpPr>
          <p:cNvPr id="745" name="Google Shape;745;p59"/>
          <p:cNvSpPr txBox="1"/>
          <p:nvPr/>
        </p:nvSpPr>
        <p:spPr>
          <a:xfrm>
            <a:off x="1652480" y="4032097"/>
            <a:ext cx="11655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InstagramDM活用</a:t>
            </a:r>
            <a:endParaRPr sz="800" b="1">
              <a:solidFill>
                <a:srgbClr val="24315C"/>
              </a:solidFill>
            </a:endParaRPr>
          </a:p>
        </p:txBody>
      </p:sp>
      <p:sp>
        <p:nvSpPr>
          <p:cNvPr id="746" name="Google Shape;746;p59"/>
          <p:cNvSpPr txBox="1"/>
          <p:nvPr/>
        </p:nvSpPr>
        <p:spPr>
          <a:xfrm>
            <a:off x="412926" y="4406905"/>
            <a:ext cx="11652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chatGPT活用</a:t>
            </a:r>
            <a:endParaRPr sz="800" b="1">
              <a:solidFill>
                <a:srgbClr val="24315C"/>
              </a:solidFill>
            </a:endParaRPr>
          </a:p>
        </p:txBody>
      </p:sp>
      <p:sp>
        <p:nvSpPr>
          <p:cNvPr id="747" name="Google Shape;747;p59"/>
          <p:cNvSpPr txBox="1"/>
          <p:nvPr/>
        </p:nvSpPr>
        <p:spPr>
          <a:xfrm>
            <a:off x="1652327" y="4406905"/>
            <a:ext cx="11691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a:solidFill>
                  <a:srgbClr val="24315C"/>
                </a:solidFill>
              </a:rPr>
              <a:t>友達紹介施策</a:t>
            </a:r>
            <a:endParaRPr sz="800" b="1">
              <a:solidFill>
                <a:srgbClr val="24315C"/>
              </a:solidFill>
            </a:endParaRPr>
          </a:p>
        </p:txBody>
      </p:sp>
      <p:pic>
        <p:nvPicPr>
          <p:cNvPr id="748" name="Google Shape;748;p59"/>
          <p:cNvPicPr preferRelativeResize="0"/>
          <p:nvPr/>
        </p:nvPicPr>
        <p:blipFill>
          <a:blip r:embed="rId10">
            <a:alphaModFix/>
          </a:blip>
          <a:stretch>
            <a:fillRect/>
          </a:stretch>
        </p:blipFill>
        <p:spPr>
          <a:xfrm>
            <a:off x="3343037" y="923312"/>
            <a:ext cx="498300" cy="498300"/>
          </a:xfrm>
          <a:prstGeom prst="ellipse">
            <a:avLst/>
          </a:prstGeom>
          <a:noFill/>
          <a:ln>
            <a:noFill/>
          </a:ln>
        </p:spPr>
      </p:pic>
      <p:pic>
        <p:nvPicPr>
          <p:cNvPr id="749" name="Google Shape;749;p59"/>
          <p:cNvPicPr preferRelativeResize="0"/>
          <p:nvPr/>
        </p:nvPicPr>
        <p:blipFill>
          <a:blip r:embed="rId10">
            <a:alphaModFix/>
          </a:blip>
          <a:stretch>
            <a:fillRect/>
          </a:stretch>
        </p:blipFill>
        <p:spPr>
          <a:xfrm>
            <a:off x="2249557" y="1119807"/>
            <a:ext cx="234900" cy="23490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0"/>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ja"/>
              <a:t>お役立ち資料</a:t>
            </a:r>
            <a:endParaRPr/>
          </a:p>
        </p:txBody>
      </p:sp>
      <p:sp>
        <p:nvSpPr>
          <p:cNvPr id="755" name="Google Shape;755;p60"/>
          <p:cNvSpPr/>
          <p:nvPr/>
        </p:nvSpPr>
        <p:spPr>
          <a:xfrm>
            <a:off x="2348650" y="1797225"/>
            <a:ext cx="4446600" cy="2148300"/>
          </a:xfrm>
          <a:prstGeom prst="roundRect">
            <a:avLst>
              <a:gd name="adj" fmla="val 4639"/>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0"/>
          <p:cNvSpPr txBox="1"/>
          <p:nvPr/>
        </p:nvSpPr>
        <p:spPr>
          <a:xfrm>
            <a:off x="2348750" y="2049525"/>
            <a:ext cx="4446600" cy="945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ja" sz="2300" b="1" dirty="0">
                <a:solidFill>
                  <a:schemeClr val="dk1"/>
                </a:solidFill>
              </a:rPr>
              <a:t>キャンペーンお役立ち資料</a:t>
            </a:r>
            <a:br>
              <a:rPr lang="ja" sz="2300" b="1" dirty="0">
                <a:solidFill>
                  <a:schemeClr val="dk1"/>
                </a:solidFill>
              </a:rPr>
            </a:br>
            <a:r>
              <a:rPr lang="ja" sz="2300" b="1" dirty="0">
                <a:solidFill>
                  <a:schemeClr val="dk1"/>
                </a:solidFill>
              </a:rPr>
              <a:t>多数ご用意しております</a:t>
            </a:r>
            <a:endParaRPr sz="2300" b="1" dirty="0">
              <a:solidFill>
                <a:schemeClr val="dk1"/>
              </a:solidFill>
            </a:endParaRPr>
          </a:p>
        </p:txBody>
      </p:sp>
      <p:sp>
        <p:nvSpPr>
          <p:cNvPr id="757" name="Google Shape;757;p60">
            <a:hlinkClick r:id="rId3"/>
          </p:cNvPr>
          <p:cNvSpPr/>
          <p:nvPr/>
        </p:nvSpPr>
        <p:spPr>
          <a:xfrm>
            <a:off x="2865275" y="3107425"/>
            <a:ext cx="3433500" cy="461400"/>
          </a:xfrm>
          <a:prstGeom prst="roundRect">
            <a:avLst>
              <a:gd name="adj" fmla="val 50000"/>
            </a:avLst>
          </a:prstGeom>
          <a:solidFill>
            <a:schemeClr val="dk1"/>
          </a:solidFill>
          <a:ln w="9525" cap="flat" cmpd="sng">
            <a:solidFill>
              <a:srgbClr val="11111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b="1">
                <a:solidFill>
                  <a:schemeClr val="lt1"/>
                </a:solidFill>
              </a:rPr>
              <a:t>ダウンロードはこちらから →</a:t>
            </a: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61"/>
          <p:cNvSpPr/>
          <p:nvPr/>
        </p:nvSpPr>
        <p:spPr>
          <a:xfrm>
            <a:off x="0" y="643450"/>
            <a:ext cx="9144000" cy="4160700"/>
          </a:xfrm>
          <a:prstGeom prst="roundRect">
            <a:avLst>
              <a:gd name="adj" fmla="val 0"/>
            </a:avLst>
          </a:prstGeom>
          <a:solidFill>
            <a:srgbClr val="E6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763" name="Google Shape;763;p61"/>
          <p:cNvSpPr txBox="1"/>
          <p:nvPr/>
        </p:nvSpPr>
        <p:spPr>
          <a:xfrm>
            <a:off x="1187138" y="2924825"/>
            <a:ext cx="3100800" cy="1879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ja" b="1" dirty="0">
                <a:solidFill>
                  <a:schemeClr val="dk1"/>
                </a:solidFill>
                <a:latin typeface="+mn-lt"/>
                <a:ea typeface="Ubuntu"/>
                <a:cs typeface="Ubuntu"/>
                <a:sym typeface="Ubuntu"/>
              </a:rPr>
              <a:t>あなたの「知りたい」を叶える</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r>
              <a:rPr lang="ja" b="1" dirty="0">
                <a:solidFill>
                  <a:schemeClr val="dk1"/>
                </a:solidFill>
                <a:latin typeface="+mn-lt"/>
                <a:ea typeface="Ubuntu"/>
                <a:cs typeface="Ubuntu"/>
                <a:sym typeface="Ubuntu"/>
              </a:rPr>
              <a:t>n2pのブログが進化しました。</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r>
              <a:rPr lang="ja" b="1" dirty="0">
                <a:solidFill>
                  <a:schemeClr val="dk1"/>
                </a:solidFill>
                <a:latin typeface="+mn-lt"/>
                <a:ea typeface="Ubuntu"/>
                <a:cs typeface="Ubuntu"/>
                <a:sym typeface="Ubuntu"/>
              </a:rPr>
              <a:t>キャンペーン事例を</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r>
              <a:rPr lang="ja" b="1" dirty="0">
                <a:solidFill>
                  <a:schemeClr val="dk1"/>
                </a:solidFill>
                <a:latin typeface="+mn-lt"/>
                <a:ea typeface="Ubuntu"/>
                <a:cs typeface="Ubuntu"/>
                <a:sym typeface="Ubuntu"/>
              </a:rPr>
              <a:t>カテゴリーワンクリックで</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r>
              <a:rPr lang="ja" b="1" dirty="0">
                <a:solidFill>
                  <a:schemeClr val="dk1"/>
                </a:solidFill>
                <a:latin typeface="+mn-lt"/>
                <a:ea typeface="Ubuntu"/>
                <a:cs typeface="Ubuntu"/>
                <a:sym typeface="Ubuntu"/>
              </a:rPr>
              <a:t>検索することができます。</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r>
              <a:rPr lang="ja" b="1" dirty="0">
                <a:solidFill>
                  <a:schemeClr val="dk1"/>
                </a:solidFill>
                <a:latin typeface="+mn-lt"/>
                <a:ea typeface="Ubuntu"/>
                <a:cs typeface="Ubuntu"/>
                <a:sym typeface="Ubuntu"/>
              </a:rPr>
              <a:t>是非お役立てください！</a:t>
            </a:r>
            <a:endParaRPr b="1" dirty="0">
              <a:solidFill>
                <a:schemeClr val="dk1"/>
              </a:solidFill>
              <a:latin typeface="+mn-lt"/>
              <a:ea typeface="Ubuntu"/>
              <a:cs typeface="Ubuntu"/>
              <a:sym typeface="Ubuntu"/>
            </a:endParaRPr>
          </a:p>
          <a:p>
            <a:pPr marL="0" lvl="0" indent="0" algn="ctr" rtl="0">
              <a:lnSpc>
                <a:spcPct val="115000"/>
              </a:lnSpc>
              <a:spcBef>
                <a:spcPts val="0"/>
              </a:spcBef>
              <a:spcAft>
                <a:spcPts val="0"/>
              </a:spcAft>
              <a:buNone/>
            </a:pPr>
            <a:endParaRPr b="1" dirty="0">
              <a:solidFill>
                <a:schemeClr val="dk1"/>
              </a:solidFill>
              <a:latin typeface="Ubuntu"/>
              <a:ea typeface="Ubuntu"/>
              <a:cs typeface="Ubuntu"/>
              <a:sym typeface="Ubuntu"/>
            </a:endParaRPr>
          </a:p>
        </p:txBody>
      </p:sp>
      <p:sp>
        <p:nvSpPr>
          <p:cNvPr id="764" name="Google Shape;764;p61"/>
          <p:cNvSpPr txBox="1">
            <a:spLocks noGrp="1"/>
          </p:cNvSpPr>
          <p:nvPr>
            <p:ph type="title"/>
          </p:nvPr>
        </p:nvSpPr>
        <p:spPr>
          <a:xfrm>
            <a:off x="311700" y="7075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ja" sz="2100"/>
              <a:t>事例探しにお困りではありませんか？</a:t>
            </a:r>
            <a:endParaRPr sz="2100"/>
          </a:p>
        </p:txBody>
      </p:sp>
      <p:pic>
        <p:nvPicPr>
          <p:cNvPr id="765" name="Google Shape;765;p61">
            <a:hlinkClick r:id="rId3"/>
          </p:cNvPr>
          <p:cNvPicPr preferRelativeResize="0"/>
          <p:nvPr/>
        </p:nvPicPr>
        <p:blipFill>
          <a:blip r:embed="rId4">
            <a:alphaModFix/>
          </a:blip>
          <a:stretch>
            <a:fillRect/>
          </a:stretch>
        </p:blipFill>
        <p:spPr>
          <a:xfrm>
            <a:off x="4987137" y="939338"/>
            <a:ext cx="2969716" cy="1660300"/>
          </a:xfrm>
          <a:prstGeom prst="rect">
            <a:avLst/>
          </a:prstGeom>
          <a:noFill/>
          <a:ln w="9525" cap="flat" cmpd="sng">
            <a:solidFill>
              <a:schemeClr val="dk2"/>
            </a:solidFill>
            <a:prstDash val="solid"/>
            <a:round/>
            <a:headEnd type="none" w="sm" len="sm"/>
            <a:tailEnd type="none" w="sm" len="sm"/>
          </a:ln>
        </p:spPr>
      </p:pic>
      <p:sp>
        <p:nvSpPr>
          <p:cNvPr id="766" name="Google Shape;766;p61"/>
          <p:cNvSpPr txBox="1"/>
          <p:nvPr/>
        </p:nvSpPr>
        <p:spPr>
          <a:xfrm>
            <a:off x="4987113" y="2963600"/>
            <a:ext cx="2969700" cy="18792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ja" b="1" dirty="0">
                <a:solidFill>
                  <a:schemeClr val="dk1"/>
                </a:solidFill>
                <a:latin typeface="+mn-lt"/>
                <a:ea typeface="Ubuntu"/>
                <a:cs typeface="Ubuntu"/>
                <a:sym typeface="Ubuntu"/>
              </a:rPr>
              <a:t>Youtubeでは毎日キャンペーン</a:t>
            </a:r>
            <a:endParaRPr b="1" dirty="0">
              <a:solidFill>
                <a:schemeClr val="dk1"/>
              </a:solidFill>
              <a:latin typeface="+mn-lt"/>
              <a:ea typeface="Ubuntu"/>
              <a:cs typeface="Ubuntu"/>
              <a:sym typeface="Ubuntu"/>
            </a:endParaRPr>
          </a:p>
          <a:p>
            <a:pPr marL="0" lvl="0" indent="0" algn="ctr" rtl="0">
              <a:lnSpc>
                <a:spcPct val="150000"/>
              </a:lnSpc>
              <a:spcBef>
                <a:spcPts val="0"/>
              </a:spcBef>
              <a:spcAft>
                <a:spcPts val="0"/>
              </a:spcAft>
              <a:buNone/>
            </a:pPr>
            <a:r>
              <a:rPr lang="ja" b="1" dirty="0">
                <a:solidFill>
                  <a:schemeClr val="dk1"/>
                </a:solidFill>
                <a:latin typeface="+mn-lt"/>
                <a:ea typeface="Ubuntu"/>
                <a:cs typeface="Ubuntu"/>
                <a:sym typeface="Ubuntu"/>
              </a:rPr>
              <a:t>考察動画をあげています！</a:t>
            </a:r>
            <a:endParaRPr b="1" dirty="0">
              <a:solidFill>
                <a:schemeClr val="dk1"/>
              </a:solidFill>
              <a:latin typeface="+mn-lt"/>
              <a:ea typeface="Ubuntu"/>
              <a:cs typeface="Ubuntu"/>
              <a:sym typeface="Ubuntu"/>
            </a:endParaRPr>
          </a:p>
          <a:p>
            <a:pPr marL="0" lvl="0" indent="0" algn="ctr" rtl="0">
              <a:lnSpc>
                <a:spcPct val="150000"/>
              </a:lnSpc>
              <a:spcBef>
                <a:spcPts val="0"/>
              </a:spcBef>
              <a:spcAft>
                <a:spcPts val="0"/>
              </a:spcAft>
              <a:buNone/>
            </a:pPr>
            <a:r>
              <a:rPr lang="ja" b="1" dirty="0">
                <a:solidFill>
                  <a:schemeClr val="dk1"/>
                </a:solidFill>
                <a:latin typeface="+mn-lt"/>
                <a:ea typeface="Ubuntu"/>
                <a:cs typeface="Ubuntu"/>
                <a:sym typeface="Ubuntu"/>
              </a:rPr>
              <a:t>定期的にチェックいただければ</a:t>
            </a:r>
            <a:endParaRPr b="1" dirty="0">
              <a:solidFill>
                <a:schemeClr val="dk1"/>
              </a:solidFill>
              <a:latin typeface="+mn-lt"/>
              <a:ea typeface="Ubuntu"/>
              <a:cs typeface="Ubuntu"/>
              <a:sym typeface="Ubuntu"/>
            </a:endParaRPr>
          </a:p>
          <a:p>
            <a:pPr marL="0" lvl="0" indent="0" algn="ctr" rtl="0">
              <a:lnSpc>
                <a:spcPct val="150000"/>
              </a:lnSpc>
              <a:spcBef>
                <a:spcPts val="0"/>
              </a:spcBef>
              <a:spcAft>
                <a:spcPts val="0"/>
              </a:spcAft>
              <a:buNone/>
            </a:pPr>
            <a:r>
              <a:rPr lang="ja" b="1" dirty="0">
                <a:solidFill>
                  <a:schemeClr val="dk1"/>
                </a:solidFill>
                <a:latin typeface="+mn-lt"/>
                <a:ea typeface="Ubuntu"/>
                <a:cs typeface="Ubuntu"/>
                <a:sym typeface="Ubuntu"/>
              </a:rPr>
              <a:t>幸いです</a:t>
            </a:r>
            <a:endParaRPr b="1" dirty="0">
              <a:solidFill>
                <a:schemeClr val="dk1"/>
              </a:solidFill>
              <a:latin typeface="+mn-lt"/>
              <a:ea typeface="Ubuntu"/>
              <a:cs typeface="Ubuntu"/>
              <a:sym typeface="Ubuntu"/>
            </a:endParaRPr>
          </a:p>
          <a:p>
            <a:pPr marL="0" lvl="0" indent="0" algn="ctr" rtl="0">
              <a:lnSpc>
                <a:spcPct val="150000"/>
              </a:lnSpc>
              <a:spcBef>
                <a:spcPts val="0"/>
              </a:spcBef>
              <a:spcAft>
                <a:spcPts val="0"/>
              </a:spcAft>
              <a:buNone/>
            </a:pPr>
            <a:endParaRPr b="1" dirty="0">
              <a:solidFill>
                <a:schemeClr val="dk1"/>
              </a:solidFill>
              <a:latin typeface="Ubuntu"/>
              <a:ea typeface="Ubuntu"/>
              <a:cs typeface="Ubuntu"/>
              <a:sym typeface="Ubuntu"/>
            </a:endParaRPr>
          </a:p>
        </p:txBody>
      </p:sp>
      <p:pic>
        <p:nvPicPr>
          <p:cNvPr id="767" name="Google Shape;767;p61">
            <a:hlinkClick r:id="rId5"/>
          </p:cNvPr>
          <p:cNvPicPr preferRelativeResize="0"/>
          <p:nvPr/>
        </p:nvPicPr>
        <p:blipFill rotWithShape="1">
          <a:blip r:embed="rId6">
            <a:alphaModFix/>
          </a:blip>
          <a:srcRect l="3306" r="3315"/>
          <a:stretch/>
        </p:blipFill>
        <p:spPr>
          <a:xfrm>
            <a:off x="1187137" y="939324"/>
            <a:ext cx="3100899" cy="1660300"/>
          </a:xfrm>
          <a:prstGeom prst="rect">
            <a:avLst/>
          </a:prstGeom>
          <a:noFill/>
          <a:ln>
            <a:noFill/>
          </a:ln>
        </p:spPr>
      </p:pic>
      <p:sp>
        <p:nvSpPr>
          <p:cNvPr id="768" name="Google Shape;768;p61"/>
          <p:cNvSpPr txBox="1"/>
          <p:nvPr/>
        </p:nvSpPr>
        <p:spPr>
          <a:xfrm>
            <a:off x="5004074" y="2605400"/>
            <a:ext cx="2935800" cy="292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ja" sz="700" b="1" u="sng">
                <a:solidFill>
                  <a:schemeClr val="hlink"/>
                </a:solidFill>
                <a:latin typeface="Ubuntu"/>
                <a:ea typeface="Ubuntu"/>
                <a:cs typeface="Ubuntu"/>
                <a:sym typeface="Ubuntu"/>
                <a:hlinkClick r:id="rId3"/>
              </a:rPr>
              <a:t>https://www.youtube.com/channel/UCESTxPTU_nefsKC8FzjtNPg</a:t>
            </a:r>
            <a:endParaRPr sz="1100"/>
          </a:p>
        </p:txBody>
      </p:sp>
      <p:sp>
        <p:nvSpPr>
          <p:cNvPr id="769" name="Google Shape;769;p61"/>
          <p:cNvSpPr txBox="1"/>
          <p:nvPr/>
        </p:nvSpPr>
        <p:spPr>
          <a:xfrm>
            <a:off x="1187137" y="2582300"/>
            <a:ext cx="3100800" cy="3387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Clr>
                <a:schemeClr val="dk1"/>
              </a:buClr>
              <a:buSzPts val="1100"/>
              <a:buFont typeface="Arial"/>
              <a:buNone/>
            </a:pPr>
            <a:r>
              <a:rPr lang="ja" sz="1000" b="1" u="sng">
                <a:solidFill>
                  <a:schemeClr val="hlink"/>
                </a:solidFill>
                <a:latin typeface="Ubuntu"/>
                <a:ea typeface="Ubuntu"/>
                <a:cs typeface="Ubuntu"/>
                <a:sym typeface="Ubuntu"/>
                <a:hlinkClick r:id="rId5"/>
              </a:rPr>
              <a:t>https://n2p.co.jp/blog/campaign/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62"/>
          <p:cNvSpPr txBox="1"/>
          <p:nvPr/>
        </p:nvSpPr>
        <p:spPr>
          <a:xfrm>
            <a:off x="412500" y="1276850"/>
            <a:ext cx="8319000" cy="2008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000"/>
              </a:spcBef>
              <a:spcAft>
                <a:spcPts val="0"/>
              </a:spcAft>
              <a:buClr>
                <a:srgbClr val="000000"/>
              </a:buClr>
              <a:buSzPts val="1100"/>
              <a:buFont typeface="Arial"/>
              <a:buNone/>
            </a:pPr>
            <a:r>
              <a:rPr lang="ja" sz="1100">
                <a:solidFill>
                  <a:srgbClr val="000000"/>
                </a:solidFill>
              </a:rPr>
              <a:t>日々研究を重ねるキャンペーン知識を御社のご提案に活用いただくべく、セミナーを無償にて開催しております。</a:t>
            </a:r>
            <a:endParaRPr sz="1100">
              <a:solidFill>
                <a:srgbClr val="000000"/>
              </a:solidFill>
            </a:endParaRPr>
          </a:p>
          <a:p>
            <a:pPr marL="0" lvl="0" indent="0" algn="l" rtl="0">
              <a:lnSpc>
                <a:spcPct val="150000"/>
              </a:lnSpc>
              <a:spcBef>
                <a:spcPts val="1000"/>
              </a:spcBef>
              <a:spcAft>
                <a:spcPts val="0"/>
              </a:spcAft>
              <a:buClr>
                <a:srgbClr val="000000"/>
              </a:buClr>
              <a:buSzPts val="1100"/>
              <a:buFont typeface="Arial"/>
              <a:buNone/>
            </a:pPr>
            <a:r>
              <a:rPr lang="ja" sz="1100">
                <a:solidFill>
                  <a:srgbClr val="000000"/>
                </a:solidFill>
              </a:rPr>
              <a:t>セミナー内容は、</a:t>
            </a:r>
            <a:r>
              <a:rPr lang="ja" sz="1100"/>
              <a:t>ヒアリング・</a:t>
            </a:r>
            <a:r>
              <a:rPr lang="ja" sz="1100">
                <a:solidFill>
                  <a:srgbClr val="000000"/>
                </a:solidFill>
              </a:rPr>
              <a:t>ご要望に合わせて</a:t>
            </a:r>
            <a:r>
              <a:rPr lang="ja" sz="1100"/>
              <a:t>、</a:t>
            </a:r>
            <a:r>
              <a:rPr lang="ja" sz="1100">
                <a:solidFill>
                  <a:srgbClr val="000000"/>
                </a:solidFill>
              </a:rPr>
              <a:t>弊社側から</a:t>
            </a:r>
            <a:r>
              <a:rPr lang="ja" sz="1100"/>
              <a:t>ご</a:t>
            </a:r>
            <a:r>
              <a:rPr lang="ja" sz="1100">
                <a:solidFill>
                  <a:srgbClr val="000000"/>
                </a:solidFill>
              </a:rPr>
              <a:t>提案</a:t>
            </a:r>
            <a:r>
              <a:rPr lang="ja" sz="1100"/>
              <a:t>が可能です。</a:t>
            </a:r>
            <a:br>
              <a:rPr lang="ja" sz="1100">
                <a:solidFill>
                  <a:srgbClr val="000000"/>
                </a:solidFill>
              </a:rPr>
            </a:br>
            <a:r>
              <a:rPr lang="ja" sz="1100">
                <a:solidFill>
                  <a:srgbClr val="000000"/>
                </a:solidFill>
              </a:rPr>
              <a:t>また、質疑応答の時間もございますので、悩みや疑問にもお答えすることができます。新入社員の研修や、クライアントへの提案力をアップしたいといった課題にお役立てください。</a:t>
            </a:r>
            <a:endParaRPr sz="1100">
              <a:solidFill>
                <a:srgbClr val="000000"/>
              </a:solidFill>
            </a:endParaRPr>
          </a:p>
          <a:p>
            <a:pPr marL="0" lvl="0" indent="0" algn="l" rtl="0">
              <a:lnSpc>
                <a:spcPct val="150000"/>
              </a:lnSpc>
              <a:spcBef>
                <a:spcPts val="1000"/>
              </a:spcBef>
              <a:spcAft>
                <a:spcPts val="0"/>
              </a:spcAft>
              <a:buClr>
                <a:srgbClr val="000000"/>
              </a:buClr>
              <a:buSzPts val="1100"/>
              <a:buFont typeface="Arial"/>
              <a:buNone/>
            </a:pPr>
            <a:r>
              <a:rPr lang="ja" sz="1100"/>
              <a:t>まずはお気軽なご相談をお待ちしております。</a:t>
            </a:r>
            <a:endParaRPr sz="1100"/>
          </a:p>
          <a:p>
            <a:pPr marL="0" lvl="0" indent="0" algn="l" rtl="0">
              <a:lnSpc>
                <a:spcPct val="150000"/>
              </a:lnSpc>
              <a:spcBef>
                <a:spcPts val="1000"/>
              </a:spcBef>
              <a:spcAft>
                <a:spcPts val="0"/>
              </a:spcAft>
              <a:buClr>
                <a:srgbClr val="000000"/>
              </a:buClr>
              <a:buSzPts val="1100"/>
              <a:buFont typeface="Arial"/>
              <a:buNone/>
            </a:pPr>
            <a:r>
              <a:rPr lang="ja" sz="1100"/>
              <a:t>※次ページの弊社連絡先までお問い合わせください。</a:t>
            </a:r>
            <a:endParaRPr sz="1100"/>
          </a:p>
        </p:txBody>
      </p:sp>
      <p:sp>
        <p:nvSpPr>
          <p:cNvPr id="775" name="Google Shape;775;p62"/>
          <p:cNvSpPr txBox="1"/>
          <p:nvPr/>
        </p:nvSpPr>
        <p:spPr>
          <a:xfrm>
            <a:off x="395725" y="798875"/>
            <a:ext cx="83190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1800" b="1">
                <a:solidFill>
                  <a:srgbClr val="2C4DC5"/>
                </a:solidFill>
              </a:rPr>
              <a:t>設立17年間のキャンペーンノウハウを無料でご提供いたします。</a:t>
            </a:r>
            <a:endParaRPr sz="1800" b="1">
              <a:solidFill>
                <a:srgbClr val="2C4DC5"/>
              </a:solidFill>
            </a:endParaRPr>
          </a:p>
          <a:p>
            <a:pPr marL="0" lvl="0" indent="0" algn="l" rtl="0">
              <a:lnSpc>
                <a:spcPct val="115000"/>
              </a:lnSpc>
              <a:spcBef>
                <a:spcPts val="0"/>
              </a:spcBef>
              <a:spcAft>
                <a:spcPts val="0"/>
              </a:spcAft>
              <a:buNone/>
            </a:pPr>
            <a:endParaRPr sz="1800" b="1">
              <a:solidFill>
                <a:srgbClr val="2C4DC5"/>
              </a:solidFill>
            </a:endParaRPr>
          </a:p>
        </p:txBody>
      </p:sp>
      <p:sp>
        <p:nvSpPr>
          <p:cNvPr id="776" name="Google Shape;776;p62"/>
          <p:cNvSpPr txBox="1">
            <a:spLocks noGrp="1"/>
          </p:cNvSpPr>
          <p:nvPr>
            <p:ph type="title"/>
          </p:nvPr>
        </p:nvSpPr>
        <p:spPr>
          <a:xfrm>
            <a:off x="288583" y="71491"/>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50000"/>
              <a:buFont typeface="Arial"/>
              <a:buNone/>
            </a:pPr>
            <a:r>
              <a:rPr lang="ja"/>
              <a:t>出張勉強会・ウェビナー</a:t>
            </a: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Clr>
                <a:schemeClr val="dk1"/>
              </a:buClr>
              <a:buSzPct val="50000"/>
              <a:buFont typeface="Arial"/>
              <a:buNone/>
            </a:pPr>
            <a:endParaRPr/>
          </a:p>
          <a:p>
            <a:pPr marL="0" lvl="0" indent="0" algn="ctr" rtl="0">
              <a:spcBef>
                <a:spcPts val="0"/>
              </a:spcBef>
              <a:spcAft>
                <a:spcPts val="0"/>
              </a:spcAft>
              <a:buNone/>
            </a:pPr>
            <a:endParaRPr/>
          </a:p>
        </p:txBody>
      </p:sp>
      <p:pic>
        <p:nvPicPr>
          <p:cNvPr id="777" name="Google Shape;777;p62"/>
          <p:cNvPicPr preferRelativeResize="0"/>
          <p:nvPr/>
        </p:nvPicPr>
        <p:blipFill rotWithShape="1">
          <a:blip r:embed="rId3">
            <a:alphaModFix/>
          </a:blip>
          <a:srcRect b="1999"/>
          <a:stretch/>
        </p:blipFill>
        <p:spPr>
          <a:xfrm>
            <a:off x="504175" y="3386925"/>
            <a:ext cx="1748439" cy="1285140"/>
          </a:xfrm>
          <a:prstGeom prst="rect">
            <a:avLst/>
          </a:prstGeom>
          <a:noFill/>
          <a:ln>
            <a:noFill/>
          </a:ln>
        </p:spPr>
      </p:pic>
      <p:pic>
        <p:nvPicPr>
          <p:cNvPr id="778" name="Google Shape;778;p62"/>
          <p:cNvPicPr preferRelativeResize="0"/>
          <p:nvPr/>
        </p:nvPicPr>
        <p:blipFill rotWithShape="1">
          <a:blip r:embed="rId4">
            <a:alphaModFix/>
          </a:blip>
          <a:srcRect t="18646"/>
          <a:stretch/>
        </p:blipFill>
        <p:spPr>
          <a:xfrm>
            <a:off x="6551023" y="3386926"/>
            <a:ext cx="2106250" cy="1285148"/>
          </a:xfrm>
          <a:prstGeom prst="rect">
            <a:avLst/>
          </a:prstGeom>
          <a:noFill/>
          <a:ln>
            <a:noFill/>
          </a:ln>
        </p:spPr>
      </p:pic>
      <p:pic>
        <p:nvPicPr>
          <p:cNvPr id="779" name="Google Shape;779;p62"/>
          <p:cNvPicPr preferRelativeResize="0"/>
          <p:nvPr/>
        </p:nvPicPr>
        <p:blipFill rotWithShape="1">
          <a:blip r:embed="rId5">
            <a:alphaModFix/>
          </a:blip>
          <a:srcRect t="20268"/>
          <a:stretch/>
        </p:blipFill>
        <p:spPr>
          <a:xfrm>
            <a:off x="4401815" y="3386926"/>
            <a:ext cx="2149212" cy="1285148"/>
          </a:xfrm>
          <a:prstGeom prst="rect">
            <a:avLst/>
          </a:prstGeom>
          <a:noFill/>
          <a:ln>
            <a:noFill/>
          </a:ln>
        </p:spPr>
      </p:pic>
      <p:pic>
        <p:nvPicPr>
          <p:cNvPr id="780" name="Google Shape;780;p62"/>
          <p:cNvPicPr preferRelativeResize="0"/>
          <p:nvPr/>
        </p:nvPicPr>
        <p:blipFill rotWithShape="1">
          <a:blip r:embed="rId6">
            <a:alphaModFix/>
          </a:blip>
          <a:srcRect t="18648" b="1626"/>
          <a:stretch/>
        </p:blipFill>
        <p:spPr>
          <a:xfrm>
            <a:off x="2252616" y="3386925"/>
            <a:ext cx="2149202" cy="12851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63"/>
          <p:cNvSpPr txBox="1">
            <a:spLocks noGrp="1"/>
          </p:cNvSpPr>
          <p:nvPr>
            <p:ph type="title"/>
          </p:nvPr>
        </p:nvSpPr>
        <p:spPr>
          <a:xfrm>
            <a:off x="294230" y="70750"/>
            <a:ext cx="85374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ja"/>
              <a:t>運営会社</a:t>
            </a:r>
            <a:endParaRPr/>
          </a:p>
        </p:txBody>
      </p:sp>
      <p:sp>
        <p:nvSpPr>
          <p:cNvPr id="786" name="Google Shape;786;p63"/>
          <p:cNvSpPr txBox="1"/>
          <p:nvPr/>
        </p:nvSpPr>
        <p:spPr>
          <a:xfrm>
            <a:off x="2103425" y="1345050"/>
            <a:ext cx="1021500" cy="23859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r>
              <a:rPr lang="ja" sz="1100" b="1">
                <a:solidFill>
                  <a:srgbClr val="24315C"/>
                </a:solidFill>
              </a:rPr>
              <a:t>会社名</a:t>
            </a:r>
            <a:endParaRPr sz="1100" b="1">
              <a:solidFill>
                <a:srgbClr val="24315C"/>
              </a:solidFill>
            </a:endParaRPr>
          </a:p>
          <a:p>
            <a:pPr marL="0" lvl="0" indent="0" algn="l" rtl="0">
              <a:lnSpc>
                <a:spcPct val="200000"/>
              </a:lnSpc>
              <a:spcBef>
                <a:spcPts val="0"/>
              </a:spcBef>
              <a:spcAft>
                <a:spcPts val="0"/>
              </a:spcAft>
              <a:buNone/>
            </a:pPr>
            <a:r>
              <a:rPr lang="ja" sz="1100" b="1">
                <a:solidFill>
                  <a:srgbClr val="24315C"/>
                </a:solidFill>
              </a:rPr>
              <a:t>創業</a:t>
            </a:r>
            <a:endParaRPr sz="1100" b="1">
              <a:solidFill>
                <a:srgbClr val="24315C"/>
              </a:solidFill>
            </a:endParaRPr>
          </a:p>
          <a:p>
            <a:pPr marL="0" lvl="0" indent="0" algn="l" rtl="0">
              <a:lnSpc>
                <a:spcPct val="200000"/>
              </a:lnSpc>
              <a:spcBef>
                <a:spcPts val="0"/>
              </a:spcBef>
              <a:spcAft>
                <a:spcPts val="0"/>
              </a:spcAft>
              <a:buNone/>
            </a:pPr>
            <a:r>
              <a:rPr lang="ja" sz="1100" b="1">
                <a:solidFill>
                  <a:srgbClr val="24315C"/>
                </a:solidFill>
              </a:rPr>
              <a:t>代表取締役</a:t>
            </a:r>
            <a:endParaRPr sz="1100" b="1">
              <a:solidFill>
                <a:srgbClr val="24315C"/>
              </a:solidFill>
            </a:endParaRPr>
          </a:p>
          <a:p>
            <a:pPr marL="0" lvl="0" indent="0" algn="l" rtl="0">
              <a:lnSpc>
                <a:spcPct val="200000"/>
              </a:lnSpc>
              <a:spcBef>
                <a:spcPts val="0"/>
              </a:spcBef>
              <a:spcAft>
                <a:spcPts val="0"/>
              </a:spcAft>
              <a:buNone/>
            </a:pPr>
            <a:r>
              <a:rPr lang="ja" sz="1100" b="1">
                <a:solidFill>
                  <a:srgbClr val="24315C"/>
                </a:solidFill>
              </a:rPr>
              <a:t>所在地</a:t>
            </a:r>
            <a:endParaRPr sz="1100" b="1">
              <a:solidFill>
                <a:srgbClr val="24315C"/>
              </a:solidFill>
            </a:endParaRPr>
          </a:p>
          <a:p>
            <a:pPr marL="0" lvl="0" indent="0" algn="l" rtl="0">
              <a:lnSpc>
                <a:spcPct val="200000"/>
              </a:lnSpc>
              <a:spcBef>
                <a:spcPts val="0"/>
              </a:spcBef>
              <a:spcAft>
                <a:spcPts val="0"/>
              </a:spcAft>
              <a:buNone/>
            </a:pPr>
            <a:r>
              <a:rPr lang="ja" sz="1100" b="1">
                <a:solidFill>
                  <a:srgbClr val="24315C"/>
                </a:solidFill>
              </a:rPr>
              <a:t>事業内容</a:t>
            </a:r>
            <a:endParaRPr sz="1100" b="1">
              <a:solidFill>
                <a:srgbClr val="24315C"/>
              </a:solidFill>
            </a:endParaRPr>
          </a:p>
          <a:p>
            <a:pPr marL="0" lvl="0" indent="0" algn="l" rtl="0">
              <a:lnSpc>
                <a:spcPct val="200000"/>
              </a:lnSpc>
              <a:spcBef>
                <a:spcPts val="0"/>
              </a:spcBef>
              <a:spcAft>
                <a:spcPts val="0"/>
              </a:spcAft>
              <a:buNone/>
            </a:pPr>
            <a:endParaRPr sz="1100" b="1">
              <a:solidFill>
                <a:srgbClr val="24315C"/>
              </a:solidFill>
            </a:endParaRPr>
          </a:p>
          <a:p>
            <a:pPr marL="0" lvl="0" indent="0" algn="l" rtl="0">
              <a:lnSpc>
                <a:spcPct val="200000"/>
              </a:lnSpc>
              <a:spcBef>
                <a:spcPts val="0"/>
              </a:spcBef>
              <a:spcAft>
                <a:spcPts val="0"/>
              </a:spcAft>
              <a:buNone/>
            </a:pPr>
            <a:r>
              <a:rPr lang="ja" sz="1100" b="1">
                <a:solidFill>
                  <a:srgbClr val="24315C"/>
                </a:solidFill>
              </a:rPr>
              <a:t>企業HP</a:t>
            </a:r>
            <a:endParaRPr sz="1100" b="1">
              <a:solidFill>
                <a:srgbClr val="24315C"/>
              </a:solidFill>
            </a:endParaRPr>
          </a:p>
        </p:txBody>
      </p:sp>
      <p:sp>
        <p:nvSpPr>
          <p:cNvPr id="787" name="Google Shape;787;p63"/>
          <p:cNvSpPr txBox="1"/>
          <p:nvPr/>
        </p:nvSpPr>
        <p:spPr>
          <a:xfrm>
            <a:off x="3201175" y="1345050"/>
            <a:ext cx="5328600" cy="26058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r>
              <a:rPr lang="ja" sz="1100">
                <a:solidFill>
                  <a:srgbClr val="24315C"/>
                </a:solidFill>
              </a:rPr>
              <a:t>株式会社NONAME Produce</a:t>
            </a:r>
            <a:endParaRPr sz="1100">
              <a:solidFill>
                <a:srgbClr val="24315C"/>
              </a:solidFill>
            </a:endParaRPr>
          </a:p>
          <a:p>
            <a:pPr marL="0" lvl="0" indent="0" algn="l" rtl="0">
              <a:lnSpc>
                <a:spcPct val="200000"/>
              </a:lnSpc>
              <a:spcBef>
                <a:spcPts val="0"/>
              </a:spcBef>
              <a:spcAft>
                <a:spcPts val="0"/>
              </a:spcAft>
              <a:buNone/>
            </a:pPr>
            <a:r>
              <a:rPr lang="ja" sz="1100">
                <a:solidFill>
                  <a:srgbClr val="24315C"/>
                </a:solidFill>
              </a:rPr>
              <a:t>2006年8月</a:t>
            </a:r>
            <a:endParaRPr sz="1100">
              <a:solidFill>
                <a:srgbClr val="24315C"/>
              </a:solidFill>
            </a:endParaRPr>
          </a:p>
          <a:p>
            <a:pPr marL="0" lvl="0" indent="0" algn="l" rtl="0">
              <a:lnSpc>
                <a:spcPct val="200000"/>
              </a:lnSpc>
              <a:spcBef>
                <a:spcPts val="0"/>
              </a:spcBef>
              <a:spcAft>
                <a:spcPts val="0"/>
              </a:spcAft>
              <a:buNone/>
            </a:pPr>
            <a:r>
              <a:rPr lang="ja" sz="1100">
                <a:solidFill>
                  <a:srgbClr val="24315C"/>
                </a:solidFill>
              </a:rPr>
              <a:t>村上烈</a:t>
            </a:r>
            <a:endParaRPr sz="1100">
              <a:solidFill>
                <a:srgbClr val="24315C"/>
              </a:solidFill>
            </a:endParaRPr>
          </a:p>
          <a:p>
            <a:pPr marL="0" lvl="0" indent="0" algn="l" rtl="0">
              <a:lnSpc>
                <a:spcPct val="200000"/>
              </a:lnSpc>
              <a:spcBef>
                <a:spcPts val="0"/>
              </a:spcBef>
              <a:spcAft>
                <a:spcPts val="0"/>
              </a:spcAft>
              <a:buNone/>
            </a:pPr>
            <a:r>
              <a:rPr lang="ja" sz="1100">
                <a:solidFill>
                  <a:srgbClr val="24315C"/>
                </a:solidFill>
              </a:rPr>
              <a:t>〒170-0013 東京都豊島区東池袋1-18-1 Hareza Tower 20F　WeWork 池袋 内</a:t>
            </a:r>
            <a:endParaRPr sz="1100">
              <a:solidFill>
                <a:srgbClr val="24315C"/>
              </a:solidFill>
            </a:endParaRPr>
          </a:p>
          <a:p>
            <a:pPr marL="0" lvl="0" indent="0" algn="l" rtl="0">
              <a:lnSpc>
                <a:spcPct val="115000"/>
              </a:lnSpc>
              <a:spcBef>
                <a:spcPts val="0"/>
              </a:spcBef>
              <a:spcAft>
                <a:spcPts val="0"/>
              </a:spcAft>
              <a:buNone/>
            </a:pPr>
            <a:r>
              <a:rPr lang="ja" sz="1100">
                <a:solidFill>
                  <a:srgbClr val="24315C"/>
                </a:solidFill>
              </a:rPr>
              <a:t>WEBサイト、モバイルサイト制作、WEBシステム構築、</a:t>
            </a:r>
            <a:endParaRPr sz="1100">
              <a:solidFill>
                <a:srgbClr val="24315C"/>
              </a:solidFill>
            </a:endParaRPr>
          </a:p>
          <a:p>
            <a:pPr marL="0" lvl="0" indent="0" algn="l" rtl="0">
              <a:lnSpc>
                <a:spcPct val="115000"/>
              </a:lnSpc>
              <a:spcBef>
                <a:spcPts val="0"/>
              </a:spcBef>
              <a:spcAft>
                <a:spcPts val="0"/>
              </a:spcAft>
              <a:buNone/>
            </a:pPr>
            <a:r>
              <a:rPr lang="ja" sz="1100">
                <a:solidFill>
                  <a:srgbClr val="24315C"/>
                </a:solidFill>
              </a:rPr>
              <a:t>WEBを活用した広告キャンペーンの企画・製作・運用・</a:t>
            </a:r>
            <a:endParaRPr sz="1100">
              <a:solidFill>
                <a:srgbClr val="24315C"/>
              </a:solidFill>
            </a:endParaRPr>
          </a:p>
          <a:p>
            <a:pPr marL="0" lvl="0" indent="0" algn="l" rtl="0">
              <a:lnSpc>
                <a:spcPct val="150000"/>
              </a:lnSpc>
              <a:spcBef>
                <a:spcPts val="0"/>
              </a:spcBef>
              <a:spcAft>
                <a:spcPts val="0"/>
              </a:spcAft>
              <a:buNone/>
            </a:pPr>
            <a:endParaRPr sz="1100">
              <a:solidFill>
                <a:srgbClr val="24315C"/>
              </a:solidFill>
            </a:endParaRPr>
          </a:p>
          <a:p>
            <a:pPr marL="0" lvl="0" indent="0" algn="l" rtl="0">
              <a:lnSpc>
                <a:spcPct val="150000"/>
              </a:lnSpc>
              <a:spcBef>
                <a:spcPts val="0"/>
              </a:spcBef>
              <a:spcAft>
                <a:spcPts val="0"/>
              </a:spcAft>
              <a:buNone/>
            </a:pPr>
            <a:r>
              <a:rPr lang="ja" sz="1100" u="sng">
                <a:solidFill>
                  <a:srgbClr val="24315C"/>
                </a:solidFill>
                <a:hlinkClick r:id="rId3">
                  <a:extLst>
                    <a:ext uri="{A12FA001-AC4F-418D-AE19-62706E023703}">
                      <ahyp:hlinkClr xmlns:ahyp="http://schemas.microsoft.com/office/drawing/2018/hyperlinkcolor" val="tx"/>
                    </a:ext>
                  </a:extLst>
                </a:hlinkClick>
              </a:rPr>
              <a:t>https://n2p.co.jp/</a:t>
            </a:r>
            <a:endParaRPr sz="1100">
              <a:solidFill>
                <a:srgbClr val="24315C"/>
              </a:solidFill>
            </a:endParaRPr>
          </a:p>
          <a:p>
            <a:pPr marL="0" lvl="0" indent="0" algn="l" rtl="0">
              <a:lnSpc>
                <a:spcPct val="200000"/>
              </a:lnSpc>
              <a:spcBef>
                <a:spcPts val="0"/>
              </a:spcBef>
              <a:spcAft>
                <a:spcPts val="0"/>
              </a:spcAft>
              <a:buNone/>
            </a:pPr>
            <a:endParaRPr sz="1100">
              <a:solidFill>
                <a:srgbClr val="24315C"/>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423</Words>
  <Application>Microsoft Office PowerPoint</Application>
  <PresentationFormat>画面に合わせる (16:9)</PresentationFormat>
  <Paragraphs>103</Paragraphs>
  <Slides>5</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Arial</vt:lpstr>
      <vt:lpstr>Ubuntu</vt:lpstr>
      <vt:lpstr>Simple Light</vt:lpstr>
      <vt:lpstr>弊社パッケージサービス一覧</vt:lpstr>
      <vt:lpstr>お役立ち資料</vt:lpstr>
      <vt:lpstr>事例探しにお困りではありませんか？</vt:lpstr>
      <vt:lpstr>出張勉強会・ウェビナー                   </vt:lpstr>
      <vt:lpstr>運営会社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kazuma_oki@keio.jp</cp:lastModifiedBy>
  <cp:revision>3</cp:revision>
  <dcterms:modified xsi:type="dcterms:W3CDTF">2026-06-03T15:11:59Z</dcterms:modified>
</cp:coreProperties>
</file>